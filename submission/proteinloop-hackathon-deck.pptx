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63ba22d92742df" /><Relationship Type="http://schemas.openxmlformats.org/officeDocument/2006/relationships/extended-properties" Target="/docProps/app.xml" Id="R9e11465297a04dc1" /><Relationship Type="http://schemas.openxmlformats.org/officeDocument/2006/relationships/officeDocument" Target="/ppt/presentation.xml" Id="R09e9d9b9e23047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837baa72064bab"/>
  </p:sldMasterIdLst>
  <p:notesMasterIdLst>
    <p:notesMasterId xmlns:r="http://schemas.openxmlformats.org/officeDocument/2006/relationships" r:id="R127e2e0b6cd94863"/>
  </p:notesMasterIdLst>
  <p:sldIdLst>
    <p:sldId xmlns:r="http://schemas.openxmlformats.org/officeDocument/2006/relationships" id="256" r:id="R66d4bf1f9ed840d7"/>
    <p:sldId xmlns:r="http://schemas.openxmlformats.org/officeDocument/2006/relationships" id="257" r:id="R981d52ccd0b34ca4"/>
    <p:sldId xmlns:r="http://schemas.openxmlformats.org/officeDocument/2006/relationships" id="258" r:id="R0ae38c7a4da64991"/>
    <p:sldId xmlns:r="http://schemas.openxmlformats.org/officeDocument/2006/relationships" id="259" r:id="R8ca531981d044175"/>
    <p:sldId xmlns:r="http://schemas.openxmlformats.org/officeDocument/2006/relationships" id="260" r:id="Re9f83c3b6b4d4bb2"/>
    <p:sldId xmlns:r="http://schemas.openxmlformats.org/officeDocument/2006/relationships" id="261" r:id="R70797816b5b64951"/>
    <p:sldId xmlns:r="http://schemas.openxmlformats.org/officeDocument/2006/relationships" id="262" r:id="R76e0de61b00f44c2"/>
    <p:sldId xmlns:r="http://schemas.openxmlformats.org/officeDocument/2006/relationships" id="263" r:id="Ra1991aca02314540"/>
    <p:sldId xmlns:r="http://schemas.openxmlformats.org/officeDocument/2006/relationships" id="264" r:id="R88e5f74198934d7b"/>
    <p:sldId xmlns:r="http://schemas.openxmlformats.org/officeDocument/2006/relationships" id="265" r:id="R7363d52d8a094b9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837baa72064bab" /><Relationship Type="http://schemas.openxmlformats.org/officeDocument/2006/relationships/theme" Target="/ppt/theme/theme1.xml" Id="R964423fef0604156" /><Relationship Type="http://schemas.openxmlformats.org/officeDocument/2006/relationships/notesMaster" Target="/ppt/notesMasters/notesMaster1.xml" Id="R127e2e0b6cd94863" /><Relationship Type="http://schemas.openxmlformats.org/officeDocument/2006/relationships/presProps" Target="/ppt/presProps.xml" Id="Rcf0f1f6f50c444ce" /><Relationship Type="http://schemas.openxmlformats.org/officeDocument/2006/relationships/viewProps" Target="/ppt/viewProps.xml" Id="R96a739a2a22e4840" /><Relationship Type="http://schemas.openxmlformats.org/officeDocument/2006/relationships/tableStyles" Target="/ppt/tableStyles.xml" Id="Rfbf9c507bbd34929" /><Relationship Type="http://schemas.openxmlformats.org/officeDocument/2006/relationships/slide" Target="/ppt/slides/slide1.xml" Id="R66d4bf1f9ed840d7" /><Relationship Type="http://schemas.openxmlformats.org/officeDocument/2006/relationships/slide" Target="/ppt/slides/slide2.xml" Id="R981d52ccd0b34ca4" /><Relationship Type="http://schemas.openxmlformats.org/officeDocument/2006/relationships/slide" Target="/ppt/slides/slide3.xml" Id="R0ae38c7a4da64991" /><Relationship Type="http://schemas.openxmlformats.org/officeDocument/2006/relationships/slide" Target="/ppt/slides/slide4.xml" Id="R8ca531981d044175" /><Relationship Type="http://schemas.openxmlformats.org/officeDocument/2006/relationships/slide" Target="/ppt/slides/slide5.xml" Id="Re9f83c3b6b4d4bb2" /><Relationship Type="http://schemas.openxmlformats.org/officeDocument/2006/relationships/slide" Target="/ppt/slides/slide6.xml" Id="R70797816b5b64951" /><Relationship Type="http://schemas.openxmlformats.org/officeDocument/2006/relationships/slide" Target="/ppt/slides/slide7.xml" Id="R76e0de61b00f44c2" /><Relationship Type="http://schemas.openxmlformats.org/officeDocument/2006/relationships/slide" Target="/ppt/slides/slide8.xml" Id="Ra1991aca02314540" /><Relationship Type="http://schemas.openxmlformats.org/officeDocument/2006/relationships/slide" Target="/ppt/slides/slide9.xml" Id="R88e5f74198934d7b" /><Relationship Type="http://schemas.openxmlformats.org/officeDocument/2006/relationships/slide" Target="/ppt/slides/slide10.xml" Id="R7363d52d8a094b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162735ff6024b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49be7bcfda403b" /><Relationship Type="http://schemas.openxmlformats.org/officeDocument/2006/relationships/notesMaster" Target="/ppt/notesMasters/notesMaster1.xml" Id="Rfaf56367441a44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0d76f455504b2b" /><Relationship Type="http://schemas.openxmlformats.org/officeDocument/2006/relationships/notesMaster" Target="/ppt/notesMasters/notesMaster1.xml" Id="R034ec19e476044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b2f74f758f4d82" /><Relationship Type="http://schemas.openxmlformats.org/officeDocument/2006/relationships/notesMaster" Target="/ppt/notesMasters/notesMaster1.xml" Id="R526c56dae67a4b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b2090025434cf6" /><Relationship Type="http://schemas.openxmlformats.org/officeDocument/2006/relationships/notesMaster" Target="/ppt/notesMasters/notesMaster1.xml" Id="R087a2d983af74a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a3f32e75cb4aeb" /><Relationship Type="http://schemas.openxmlformats.org/officeDocument/2006/relationships/notesMaster" Target="/ppt/notesMasters/notesMaster1.xml" Id="R580510860ea249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fb0ef534d34073" /><Relationship Type="http://schemas.openxmlformats.org/officeDocument/2006/relationships/notesMaster" Target="/ppt/notesMasters/notesMaster1.xml" Id="R4366e1f3135844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4163fd45754dd4" /><Relationship Type="http://schemas.openxmlformats.org/officeDocument/2006/relationships/notesMaster" Target="/ppt/notesMasters/notesMaster1.xml" Id="R9cc72b63305c4c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6a46e9f86044de" /><Relationship Type="http://schemas.openxmlformats.org/officeDocument/2006/relationships/notesMaster" Target="/ppt/notesMasters/notesMaster1.xml" Id="R43bc9a5faf314b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998c117d844806" /><Relationship Type="http://schemas.openxmlformats.org/officeDocument/2006/relationships/notesMaster" Target="/ppt/notesMasters/notesMaster1.xml" Id="Rca6fee0563f941a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7d5cd2b5a441c2" /><Relationship Type="http://schemas.openxmlformats.org/officeDocument/2006/relationships/notesMaster" Target="/ppt/notesMasters/notesMaster1.xml" Id="R3cee9a405f544c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e99b81d74147c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a7475ec98c04eb8" /><Relationship Type="http://schemas.openxmlformats.org/officeDocument/2006/relationships/slideLayout" Target="/ppt/slideLayouts/slideLayout2.xml" Id="R1eddf0bcdf1145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ddf0bcdf1145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840642fa6b4f7b" /><Relationship Type="http://schemas.openxmlformats.org/officeDocument/2006/relationships/notesSlide" Target="/ppt/notesSlides/notesSlide1.xml" Id="R1c34e8d3bf1b48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deda6cbf8c4009" /><Relationship Type="http://schemas.openxmlformats.org/officeDocument/2006/relationships/notesSlide" Target="/ppt/notesSlides/notesSlide2.xml" Id="R6ae7376e9ee340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1fcd6caced43bd" /><Relationship Type="http://schemas.openxmlformats.org/officeDocument/2006/relationships/notesSlide" Target="/ppt/notesSlides/notesSlide3.xml" Id="R3bbced9eaa2b45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58c2f9e77748df" /><Relationship Type="http://schemas.openxmlformats.org/officeDocument/2006/relationships/notesSlide" Target="/ppt/notesSlides/notesSlide4.xml" Id="R87a84adec8f249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b28ef3258943bc" /><Relationship Type="http://schemas.openxmlformats.org/officeDocument/2006/relationships/notesSlide" Target="/ppt/notesSlides/notesSlide5.xml" Id="R55c0187f187848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9df1c1a57540ed" /><Relationship Type="http://schemas.openxmlformats.org/officeDocument/2006/relationships/notesSlide" Target="/ppt/notesSlides/notesSlide6.xml" Id="R645d94b11f7648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18b440f5aa46e5" /><Relationship Type="http://schemas.openxmlformats.org/officeDocument/2006/relationships/notesSlide" Target="/ppt/notesSlides/notesSlide7.xml" Id="Rf02d399061f24f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0a56495304d49" /><Relationship Type="http://schemas.openxmlformats.org/officeDocument/2006/relationships/notesSlide" Target="/ppt/notesSlides/notesSlide8.xml" Id="Rba8e0db4c7754a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029b5e635401b" /><Relationship Type="http://schemas.openxmlformats.org/officeDocument/2006/relationships/notesSlide" Target="/ppt/notesSlides/notesSlide9.xml" Id="R0f38edef960b457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124018b68c4861" /><Relationship Type="http://schemas.openxmlformats.org/officeDocument/2006/relationships/notesSlide" Target="/ppt/notesSlides/notesSlide10.xml" Id="Rbcebc84186034db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EA2A21-0312-498F-9566-4957B44F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A98CF-7E26-4BF1-86A6-B2F6C371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FEBC73-7DC2-4E77-8B4D-A2E7C53D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A1DBA-9EB2-499E-A14A-AFE6188B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Unicorn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EAC8E-8497-4043-9496-24B5CB99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4F6E1-01F9-489D-860F-17F73C4D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668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ProteinLoop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7795A1-CB24-406A-80AC-CD924E83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647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CFBF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CCFBF1"/>
                </a:solidFill>
                <a:latin typeface="Aptos"/>
                <a:ea typeface="Aptos"/>
                <a:cs typeface="Aptos"/>
              </a:rPr>
              <a:t>An agentic loop that closes the protein cycle.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7DD12B-BFAF-4627-A4C8-B6337CC1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534D2A-00A3-49A2-ABEC-E1D1E989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core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AE5DEB-5079-42C4-BB72-65324BD9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9E4F3E-2289-42F1-89E0-FAFA6D6B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physics before mutation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32DBFD-D688-416A-A4BD-D45BC9B0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35FDE3-1E17-4DC6-BC3F-6EF98204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34273-293C-42F9-AEB8-F62CAC90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Recovery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B113F9-C650-4651-A2CE-5281F86D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collapse avoided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18D52A-CFE7-417C-82AB-E83AE261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7390C4-3CA3-417E-9F5C-23460E2A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platform path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B25DA-1817-4189-8AEB-D62A8F94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ROCm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E8E5B8-4507-4CD9-879C-BCEE19DE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Gemma via vLLM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459E1F-A062-4181-AA10-A604FDB7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81150"/>
            <a:ext cx="2000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fish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prawns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duckweed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D05229-7999-4F33-B615-82AE32B2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FE2332-FDA5-41A5-8CC3-CE86BC47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3197060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514255-77B2-43BF-A44D-7EA65CB3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3177E8-11CF-4053-B2C3-29E8B724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CF55CA-3B6F-4FFA-B1AD-B1F2DA26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1C2C4A-3BB0-4839-B004-C2287036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DBE1B-2607-4710-9C9D-0455C4E7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Aquaponics is incomplete when protein is the real need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880653-4394-4893-8195-7C5729B7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Vegetables are useful, but rural families need resilient daily protein and a system they can operate safely.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9C7126-DD70-4651-8A9E-605C84D7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A8875A-362A-4806-8BF7-A9B3D573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Current aquaponics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FFD8BE-8EB7-4995-B9DD-F32B4C9F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Often optimized around greens and water loops. Protein production is secondary and fragile.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07AB45-555E-45C9-8846-DAD2C95D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4A0E0B-D2C4-4FE9-82D0-E0E328C4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Operational barrier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7686EA-0283-418A-808E-73A0F0A6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Feed, ammonia, oxygen, nitrate, harvest timing, and mortality cascades interact every day.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67FBA3-257C-4FA9-8040-3E2583C3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C7D64E-EAFD-4F59-9FDA-771A35D0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99D1DE-099D-4289-89B1-8AE3F342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 closed protein cycle controlled by a verifier-gated agentic loop and Spanish producer approvals.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BEE6D7-A609-4AFB-954F-47A19EC9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236309-60F6-4A8A-9000-913C7D2D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5544540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3315E3-0A89-4DD1-B7EF-EFE8F900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21AD1-616D-4069-8E3B-51EB3484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C0593F-336E-4751-9D75-72437030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F0880-D431-4D4B-A801-D9DB7398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Closed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EC63E7-78DC-4895-A1EA-414B14AF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food system is also an actor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5226CB-C824-4D4C-8BB4-DD904460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Each organism is a resource participant; the agent loop coordinates the whole protein cycle.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7A0A4A-76D7-47B7-A8C6-93EEB9D0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B482C9-23F6-44DD-8F7B-A663F407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Duckweed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606228-B39F-417C-B7B0-1002EB0B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Fast protein biomass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12E6B2-323B-4D8F-A774-92FAC0A9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AA8C0D-4D76-47F8-84E5-6F72D264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612C2A-EB81-47BD-B4DE-41BB3F5E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Fish + prawns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D23E33-D739-4BA2-B938-1863B4D3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Protein plus nutrients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03A760-002D-4FBB-9CDB-390CD07D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3F00E7-9FFC-40A2-87ED-F475F666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31DDB1-29FE-4795-8ABD-0970487B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Plants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580EF9-141E-4543-843F-BA0180FC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Nitrate uptake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2BF412-5B80-4C7D-AB61-6FCC30B4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F41C11-0ADB-482B-86C0-623FAA1E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C79723-3A94-45B4-861F-63BC844C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Chickens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5A7A27-D483-44E7-BEE0-CD56E5D0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Daily eggs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5EB3E5-890B-4718-A782-FD755EF1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4381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EDC3EB-D3E9-4B28-8CFC-BD157BF5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91000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Agent supervisor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658026-1624-48E3-8856-2CD43BE6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533900"/>
            <a:ext cx="4038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Balances feed, oxygen, water exchange, harvest, and risk across subsystem agents.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061F23-236C-4799-8905-BD571654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9433FA-C7E1-4D32-AF22-113CB50B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719437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CDC88E-C7B7-449D-BC5F-302B2FE7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51BDD-6688-43C7-86D7-F155291F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EA0D1-3BE6-4C8F-99F7-B5C955DA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E71671-223B-42F7-8E12-48D1AF63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Harness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564781-F006-4164-BEFA-DEBCC9B0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simulator is the safety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603AE6-54D1-4DFA-883A-DEC5B5DC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Models and humans can propose actions, but deterministic physics decides whether state can mutate.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26C7E1-A3DB-4F98-8E47-9E022920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7414ED-D0B0-488C-985F-1FD4F3EF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call_llm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748D88-7791-44B2-AFFC-0C12B0D0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OpenAI-compatible Gemma or deterministic stub proposes JSON action.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B0B399-41F3-4D3B-B4F0-1D85E475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84D4DA-95C4-48A0-A651-195F55AB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910503-C25B-4888-B555-83EC2236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95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verify_ecosystem_safety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2D01A8-EF2D-49D9-B7A6-785D1DF4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Checks feed, oxygen, water exchange, duckweed reserve, and collapse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86FCB-FE28-46B3-A351-BFF22EBD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B0CB37-02A8-4619-AEDB-CD68AE21C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64F1B2-5AB8-4553-9150-C99C77DD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execute_tools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E82B0C-44F3-4709-A485-0D938954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Only accepted actions mutate simulator state.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48101-08EF-410F-8A69-471FA28B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E885E4-39E6-4280-8613-E7D6E352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F1C3EB-DD3C-4F0D-9F69-91C974A8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until_tool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876EBE-AAF8-4D87-820E-98F0FDBC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Stops with structured cycle completion data.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50F021-30E0-4D18-8198-5B6D6B32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723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143F88-A439-426C-84B1-83FFBDE6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38650"/>
            <a:ext cx="6896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Proof in repo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793C74-4EBE-4456-99F9-4826E2AF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781550"/>
            <a:ext cx="6896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Unsafe overfeeding is rejected before mutation; accepted recovery appends verifier evidence to the RLVR trace artifact.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16F992-D482-42F0-9BAF-2E5F21E0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2683FF-EC62-4AE1-BA67-AD7C4DAF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7678320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32DFAE-A7D2-477C-BEFE-57A7A95B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A8D82-20EB-416B-963E-0957DC7E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F69561-0A31-4394-A0FB-427A32B1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953482-0EF8-498E-86E3-5423E6BA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A15783-86BC-4C40-8EB3-FAF26B10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local demo proves collapse versus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54DD3D-CF44-40A8-87CF-00D193F7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One button runs reset, ammonia spike, unsafe rejection, safe recovery, and trace recording.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16C96-994F-486D-86A3-C1E42079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F66AF0-AFCA-4F5E-BCBD-3053DB06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A09458-539F-4186-9CB5-EC1C4A77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518EDC-E4B2-4873-BDD6-8B3FF8F7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sim/API/RLVR/forecast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70C199-161F-4221-94D0-2D1EA48D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F2D6A0-F800-4F68-AD25-4386ED4C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0C38D9-58A4-431E-8D70-CF2863E0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F09C0F-FDF6-461D-BDEF-F6F614F3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dashboard + agent flows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1CA2FA-7CC7-4423-83C8-A6651441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2AAA08-85D7-423D-A7BA-2305390E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D18051-16C7-47C1-A9C4-E3D0A94A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463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F28BDD-C719-4466-A8C7-0EE1420B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safety vs naive avg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8389A0-51C5-4BBA-AD8C-B66BE5B5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37825B-F6A2-4C68-A089-51D21285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73EED-F56C-498E-A790-54E04E86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8154AE-5892-42E2-BAB9-1B25BF99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baseline collapses recovered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D3F26A-89DA-4583-A2F5-21810F5C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B4A0E7-ED6C-492F-9D98-4C3EE126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29100"/>
            <a:ext cx="784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Judge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3E046B-54C3-4A4A-A25A-4243A7C7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784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Run demo cascade -&gt; inspect trace timeline -&gt; view RLVR reward verifier -&gt; run verified loop.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E47CD5-ACD1-4A4D-A32C-5597CD67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BA03C6-8177-48CF-9377-811F93D0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3162549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71CEED-E9A8-4D7D-AAFB-A1057BB0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C46EE4-E7FB-4059-B301-986F3148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CF5D4-FF1D-4155-8DDC-CDA57A11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07E8FB-AFB9-4820-8108-E0C4190A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E6FA86-1E22-4AD8-BA0A-4687B108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RLVR and anomaly forecasting turn the sim into an evaluator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3B141-BE81-4A4B-B9CB-8FC78BD8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same deterministic physics scores policies and forecasts near-term ammonia/oxygen risk without mutating live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9B8699-F6D9-4242-B0DD-597F6782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8CFB29-EA7B-4B4A-BA22-64E5A1DF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RLVR verifier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2B9CD-714E-4F6B-8E36-9ADAAD0C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Naive and safety policies run across fixed scenarios. Reward combines survival, biomass, water quality, and mortality.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4AE6A6-FE6D-4610-8004-62FF1B10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467900-5E18-4C3C-9CB7-AB8A166E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Anomaly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722E0-9616-4215-86D3-7CE421588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GET /forecast/anomaly projects routine operation and reports stable, warning, or critical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CF7FEF-DDAD-405F-B7F5-D03B9596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F5CE12-EAE4-400E-8BD0-4FE9BF0E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Operator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00A8C0-11E6-4027-9572-646CEC59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Forecast recommendations trigger safer feed, aeration, and verified water-exchange behavior before mortality.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1D9E05-3A90-4E71-BDF8-1884B61D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5FE92B-39B8-4C44-985F-ABF8F7E9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18646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B41680-A3D4-4904-8A4E-C59E4821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C44BC8-B756-4F30-B638-7651C8DB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879AD2-28DB-4B2B-8B37-78CA40BB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5A4769-6500-4502-865D-D6123A50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Self-healing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89DD3A-FFD6-4A8F-9027-95C92953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mesh keeps agents alive when an edge node fails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AB378C-49E5-4B53-A1E1-45CE4D5F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Local deterministic mesh behavior demonstrates the Horde/Sagents migration story without requiring a real cluster.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1773D9-EAF2-4B9C-9B94-87814D02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8600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683B93-F862-4AEB-A09C-C50C0CC5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193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Edge tank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4B12D7-6766-4042-8239-B9DB922B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6225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fish + hydroponia agents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9A2D60-88E3-4875-9F72-B5A4E1A5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051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781547-E8AA-4227-A8D1-B272F449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30206E-7F99-4F23-94F2-7507D137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193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Edge tank 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9E0256-6049-4BB1-AB6A-5F57FE9F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6225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healthy backup node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735663-61A1-437F-812E-4467EE2C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30F6A-4A2C-4401-ABC4-2768F295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8600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88A188-7EC7-4CAB-A072-1A1EA7EB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193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Cloud 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137540-CACC-465C-A073-0304D348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6225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supervisor remains online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FC885-81B0-4773-9936-C7792220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095750"/>
            <a:ext cx="7429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3AECA5-3962-444B-BA5D-D78FD489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2291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State preservation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41A625-9AE1-4B2C-99AE-E927A3C0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720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Agent identities and state tokens survive migration; dashboard shows node state, placement, migration count, and events.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664E14-C79D-407A-A82B-F2E09145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3D7BAE-C2E5-43ED-BD1A-D0FFC71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6696417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B2C363-E4A8-45BA-8852-DF0D0225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1565D8-5912-459A-A163-30D8679B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DBF2F1-DC12-40EE-B0A3-60DEC6F3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D2AF6-4B18-47AD-A76F-B2AA3BBA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Producer UX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E9AF8B-7FAA-4707-B456-98001A07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Spanish HITL is control flow, not decoration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053BDE-1476-416E-83D5-8B941784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Risky water and harvest actions pause for the producer, while offline rules keep emergency guidance available.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530F27-EDA9-4783-8386-34C241F7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39982-056A-4629-8945-2180A41C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F50989-8822-47FD-A4D6-2BE942E3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Producer accepts the pending action; simulator verifier still gates execution.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2EAB2-9B64-456D-A0F0-97AFAB0B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34DBC4-8647-472E-AF2B-AD7641C5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Edit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876085-04FF-4501-BC8B-EA5E2CF8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Solo mitad reduces irreversible water exchange and harvest before verification.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BDFDD5-FF34-4B1E-B0E9-9C1D0480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003D6D-2820-4F6A-9E23-00A2113C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Offline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73105F-CC71-4254-A17A-3E7BA8DD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Respaldo offline gives deterministic Spanish emergency instructions without model or cloud access.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046806-C1B6-45CE-B81F-CCA1DDC1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F4D619-517F-4963-978D-53A1E9E7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4559911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61603D-E007-4689-979E-5E0D529A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FE8D72-88F5-4D08-9DC4-1B631DB0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C9C64E-E377-4C8B-9274-648E830B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CE816-D816-494C-897D-0E77EB2D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AMD Gemma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22CD08-AFDA-4F94-80E0-C3ED5AFD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model boundary is already OpenAI-compatible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89B34-761E-4612-B0B2-5A42C276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Local stubs keep the demo runnable; AMD-hosted Gemma can be swapped in by setting GEMMA_ENDPOINT.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A9B66-D7F6-4F9B-AF47-15D9D53F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61AA3-F39D-4ED6-B0EB-B42A511D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Phoenix harness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1AE8E5-72AD-4E09-9580-F80BEDD3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2038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Provider selector runs safe, unsafe, or OpenAI-compatible proposals.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1D7ED-1399-4E2A-84CE-8F7CD06C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177CB2-B2CA-426D-92FA-40862F16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76500"/>
            <a:ext cx="2667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191CDA-C4DF-4B46-AE6D-79D76853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98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GEMMA_ENDPOINT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F1723-5C00-4FA5-97EE-6DA271709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/v1/models and /v1/chat/completions; no code change for Fireworks or vLLM.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8221E8-BC0D-4A05-9164-2EF252BD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D19640-2851-4B12-8EC3-4843529DA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3143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43ECE6-C2C4-44F1-ABE0-B98FF5B9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098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vLLM on ROCm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4001E6-2102-452A-871B-DB15CCC5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52750"/>
            <a:ext cx="2800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docker-compose.gemma-rocm.yml uses vllm/vllm-openai-rocm:gemma4.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DC40E7-1EAD-4EBE-AD19-8858F4BD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24350"/>
            <a:ext cx="7429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3F68FF-C445-4BB6-83AB-B9BB9344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577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 remains in front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161A58-F824-4D38-8CF2-370383AD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00600"/>
            <a:ext cx="7086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Even AMD-hosted Gemma proposals cannot mutate state without passing simulator safety rules.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488C09-448B-4BF8-831F-9AE0264C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B5819B-1BD7-4D20-B1D5-EC40C22B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706991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184FDE-B206-4ACE-B61C-3E8F76D9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660EAB-4638-456A-928B-4A08E488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D5EF0-8925-4D5A-864A-541680AB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E1A8B7-2D84-492F-9A24-5C0E3E56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Submission 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E01F3-3B76-4E20-89A7-3588EEC6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ProteinLoop is a startup pitch with executable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2E5E95-45A9-4917-8F3E-2DC00344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food-security product built as a verifier-gated, human-aware, fault-tolerant agentic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FEBF66-666E-40EF-BFB5-13012B94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5FB8B-CC8A-4170-A83D-3482F408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Market wedge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FFC675-C041-45E0-AAE3-CA45BB85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Rural families and cooperatives that need low-cost, resilient protein production.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D1328-8EBE-4E30-A55F-20209AA5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0D98B3-BDE8-4B74-B472-55A0A492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Technical moat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4F626E-C484-4B28-A24B-91919BF8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Physics verifier, RLVR scoring, HITL approvals, self-healing mesh, AMD Gemma path.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27FDE8-0FB7-4A6F-B154-FC72CF78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47E878-4931-43F9-BE86-628733D8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What judges can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5DE53F-1C67-48A4-A025-F3CF1A15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Compose app, simulator API, dashboard, producer route, traces, deployment docs.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424D1A-91BC-4102-88F1-49FD595D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25780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Ask: Best Unicorn + Best AMD-Hosted Gemma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88819D-9230-4B81-9A7F-67F3F361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E50CE4-32D8-4BCE-A4E1-2B90C93D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972711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2026-07-07T02:44:13.6520000Z</dcterms:created>
  <dcterms:modified xsi:type="dcterms:W3CDTF">2026-07-07T02:44:13.6520000Z</dcterms:modified>
</coreProperties>
</file>