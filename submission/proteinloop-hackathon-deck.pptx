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13284056c24028" /><Relationship Type="http://schemas.openxmlformats.org/officeDocument/2006/relationships/extended-properties" Target="/docProps/app.xml" Id="R5b83edafc9764a98" /><Relationship Type="http://schemas.openxmlformats.org/officeDocument/2006/relationships/officeDocument" Target="/ppt/presentation.xml" Id="Rd1227637cb0047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5497e330744b94"/>
  </p:sldMasterIdLst>
  <p:notesMasterIdLst>
    <p:notesMasterId xmlns:r="http://schemas.openxmlformats.org/officeDocument/2006/relationships" r:id="R34c042b4aa4d4c15"/>
  </p:notesMasterIdLst>
  <p:sldIdLst>
    <p:sldId xmlns:r="http://schemas.openxmlformats.org/officeDocument/2006/relationships" id="256" r:id="R507a9606076a431d"/>
    <p:sldId xmlns:r="http://schemas.openxmlformats.org/officeDocument/2006/relationships" id="257" r:id="R47deeedde53c413e"/>
    <p:sldId xmlns:r="http://schemas.openxmlformats.org/officeDocument/2006/relationships" id="258" r:id="R784c4609360f41c8"/>
    <p:sldId xmlns:r="http://schemas.openxmlformats.org/officeDocument/2006/relationships" id="259" r:id="R5b0e5fd84f7440b5"/>
    <p:sldId xmlns:r="http://schemas.openxmlformats.org/officeDocument/2006/relationships" id="260" r:id="R855fc7e8c95549d4"/>
    <p:sldId xmlns:r="http://schemas.openxmlformats.org/officeDocument/2006/relationships" id="261" r:id="R7fb9a98b78544eeb"/>
    <p:sldId xmlns:r="http://schemas.openxmlformats.org/officeDocument/2006/relationships" id="262" r:id="R8abe6e43963146b7"/>
    <p:sldId xmlns:r="http://schemas.openxmlformats.org/officeDocument/2006/relationships" id="263" r:id="R99990b1ac72845fe"/>
    <p:sldId xmlns:r="http://schemas.openxmlformats.org/officeDocument/2006/relationships" id="264" r:id="R7c100bb32a874f0b"/>
    <p:sldId xmlns:r="http://schemas.openxmlformats.org/officeDocument/2006/relationships" id="265" r:id="Rae9301308c6a4b5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5497e330744b94" /><Relationship Type="http://schemas.openxmlformats.org/officeDocument/2006/relationships/theme" Target="/ppt/theme/theme1.xml" Id="R29bd37883700404b" /><Relationship Type="http://schemas.openxmlformats.org/officeDocument/2006/relationships/notesMaster" Target="/ppt/notesMasters/notesMaster1.xml" Id="R34c042b4aa4d4c15" /><Relationship Type="http://schemas.openxmlformats.org/officeDocument/2006/relationships/presProps" Target="/ppt/presProps.xml" Id="R60e4e0bfec1e4bcd" /><Relationship Type="http://schemas.openxmlformats.org/officeDocument/2006/relationships/viewProps" Target="/ppt/viewProps.xml" Id="Re91aac85e89b45cf" /><Relationship Type="http://schemas.openxmlformats.org/officeDocument/2006/relationships/tableStyles" Target="/ppt/tableStyles.xml" Id="R9014c9e7ac4f4da4" /><Relationship Type="http://schemas.openxmlformats.org/officeDocument/2006/relationships/slide" Target="/ppt/slides/slide1.xml" Id="R507a9606076a431d" /><Relationship Type="http://schemas.openxmlformats.org/officeDocument/2006/relationships/slide" Target="/ppt/slides/slide2.xml" Id="R47deeedde53c413e" /><Relationship Type="http://schemas.openxmlformats.org/officeDocument/2006/relationships/slide" Target="/ppt/slides/slide3.xml" Id="R784c4609360f41c8" /><Relationship Type="http://schemas.openxmlformats.org/officeDocument/2006/relationships/slide" Target="/ppt/slides/slide4.xml" Id="R5b0e5fd84f7440b5" /><Relationship Type="http://schemas.openxmlformats.org/officeDocument/2006/relationships/slide" Target="/ppt/slides/slide5.xml" Id="R855fc7e8c95549d4" /><Relationship Type="http://schemas.openxmlformats.org/officeDocument/2006/relationships/slide" Target="/ppt/slides/slide6.xml" Id="R7fb9a98b78544eeb" /><Relationship Type="http://schemas.openxmlformats.org/officeDocument/2006/relationships/slide" Target="/ppt/slides/slide7.xml" Id="R8abe6e43963146b7" /><Relationship Type="http://schemas.openxmlformats.org/officeDocument/2006/relationships/slide" Target="/ppt/slides/slide8.xml" Id="R99990b1ac72845fe" /><Relationship Type="http://schemas.openxmlformats.org/officeDocument/2006/relationships/slide" Target="/ppt/slides/slide9.xml" Id="R7c100bb32a874f0b" /><Relationship Type="http://schemas.openxmlformats.org/officeDocument/2006/relationships/slide" Target="/ppt/slides/slide10.xml" Id="Rae9301308c6a4b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53403e5d02b4b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8709560ffa4b0e" /><Relationship Type="http://schemas.openxmlformats.org/officeDocument/2006/relationships/notesMaster" Target="/ppt/notesMasters/notesMaster1.xml" Id="Rb6483956943348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5f3726a5534444" /><Relationship Type="http://schemas.openxmlformats.org/officeDocument/2006/relationships/notesMaster" Target="/ppt/notesMasters/notesMaster1.xml" Id="Re7f7c84d20554b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7db417deee465c" /><Relationship Type="http://schemas.openxmlformats.org/officeDocument/2006/relationships/notesMaster" Target="/ppt/notesMasters/notesMaster1.xml" Id="R165195e2b52a49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eb666676d5425b" /><Relationship Type="http://schemas.openxmlformats.org/officeDocument/2006/relationships/notesMaster" Target="/ppt/notesMasters/notesMaster1.xml" Id="R50648134174842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27705f5ab84555" /><Relationship Type="http://schemas.openxmlformats.org/officeDocument/2006/relationships/notesMaster" Target="/ppt/notesMasters/notesMaster1.xml" Id="R65da0e6e077545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45d7afb248465d" /><Relationship Type="http://schemas.openxmlformats.org/officeDocument/2006/relationships/notesMaster" Target="/ppt/notesMasters/notesMaster1.xml" Id="R97a33d2899ab4f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4d6366fed84ba9" /><Relationship Type="http://schemas.openxmlformats.org/officeDocument/2006/relationships/notesMaster" Target="/ppt/notesMasters/notesMaster1.xml" Id="R8e2c1dc277c34a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9d66b25228411f" /><Relationship Type="http://schemas.openxmlformats.org/officeDocument/2006/relationships/notesMaster" Target="/ppt/notesMasters/notesMaster1.xml" Id="Rfcc43ffdcb634e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d46bd93a204a08" /><Relationship Type="http://schemas.openxmlformats.org/officeDocument/2006/relationships/notesMaster" Target="/ppt/notesMasters/notesMaster1.xml" Id="Re4ea6c126a154e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2efa9bf31549a6" /><Relationship Type="http://schemas.openxmlformats.org/officeDocument/2006/relationships/notesMaster" Target="/ppt/notesMasters/notesMaster1.xml" Id="R70ce0244591649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6698ee2584b9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33521fb89394025" /><Relationship Type="http://schemas.openxmlformats.org/officeDocument/2006/relationships/slideLayout" Target="/ppt/slideLayouts/slideLayout2.xml" Id="Ra3f2e4afbd214c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f2e4afbd214c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78c6f69244753" /><Relationship Type="http://schemas.openxmlformats.org/officeDocument/2006/relationships/image" Target="/ppt/media/image.png" Id="Rdfbfb62b4f084783" /><Relationship Type="http://schemas.openxmlformats.org/officeDocument/2006/relationships/notesSlide" Target="/ppt/notesSlides/notesSlide1.xml" Id="R75209077e53c4c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5b3f3498604f00" /><Relationship Type="http://schemas.openxmlformats.org/officeDocument/2006/relationships/notesSlide" Target="/ppt/notesSlides/notesSlide2.xml" Id="Rf296e683f6e947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7fed2189574ae8" /><Relationship Type="http://schemas.openxmlformats.org/officeDocument/2006/relationships/image" Target="/ppt/media/image2.png" Id="Rec03fa3240564f3b" /><Relationship Type="http://schemas.openxmlformats.org/officeDocument/2006/relationships/notesSlide" Target="/ppt/notesSlides/notesSlide3.xml" Id="Re09ebb79e59d49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5471aee3714004" /><Relationship Type="http://schemas.openxmlformats.org/officeDocument/2006/relationships/image" Target="/ppt/media/image3.png" Id="Rec5af35df5c341a0" /><Relationship Type="http://schemas.openxmlformats.org/officeDocument/2006/relationships/notesSlide" Target="/ppt/notesSlides/notesSlide4.xml" Id="R736a6d81fdfb40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eefbc054e5493c" /><Relationship Type="http://schemas.openxmlformats.org/officeDocument/2006/relationships/notesSlide" Target="/ppt/notesSlides/notesSlide5.xml" Id="R51a45780d8a1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d5394e3a914aac" /><Relationship Type="http://schemas.openxmlformats.org/officeDocument/2006/relationships/notesSlide" Target="/ppt/notesSlides/notesSlide6.xml" Id="Raa78b534de004b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a4cf644afd4158" /><Relationship Type="http://schemas.openxmlformats.org/officeDocument/2006/relationships/notesSlide" Target="/ppt/notesSlides/notesSlide7.xml" Id="Rff17583621654f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f72d360b7b4942" /><Relationship Type="http://schemas.openxmlformats.org/officeDocument/2006/relationships/notesSlide" Target="/ppt/notesSlides/notesSlide8.xml" Id="R1ca1f9c7219f43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4292b48d244551" /><Relationship Type="http://schemas.openxmlformats.org/officeDocument/2006/relationships/notesSlide" Target="/ppt/notesSlides/notesSlide9.xml" Id="R0f277e479a8140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5126d3d06d4391" /><Relationship Type="http://schemas.openxmlformats.org/officeDocument/2006/relationships/image" Target="/ppt/media/image4.png" Id="Rfd97d6852750416d" /><Relationship Type="http://schemas.openxmlformats.org/officeDocument/2006/relationships/notesSlide" Target="/ppt/notesSlides/notesSlide10.xml" Id="R08abf99ba9b44fa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fb62b4f08478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370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3C8F1E-F180-47EB-9314-DBF1F00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3A815-93B2-4F36-8FD2-2680358D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45A45-E30A-47D4-A14B-9661FA6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35E08-9CA6-4FE0-9DC7-8790DA13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B87C6-F31C-4472-8BFD-A553B389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DB5786-9F5C-49DB-AC9A-5579CFD2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50C9AB-6A66-452A-89CB-6D7C3103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43DA2-38A8-4D5F-8382-56C9759E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C6BC6-D0FD-44D0-B1E9-356F21AD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C22F4-297A-468E-B492-914D839A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25594-AD55-46BA-9B18-77663AA3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8F1D0-E757-48AE-B976-AAC386B4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C70C1-2336-403E-941B-C6A749FD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3848D-B8D2-4A97-89E8-DA9C213F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3AF5B-5E3A-4FF8-8346-96FCEA9A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F3490-EA50-44C5-8FC2-447CA097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403541-96DB-4E4D-BDCF-E5909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B2536F-6F85-4557-83AE-08002938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A0EE5-ED5A-48C1-88B5-D224B6E1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4BAB1-6465-476D-906D-6E7169FD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DCEB68-8C9D-47FE-A8D9-D66D98E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19642482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611EB1-8338-4D2E-B799-14F93D9D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C0C4E-6C19-4867-B54C-FD14DBCB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E618F-B958-4C91-96E5-7F40A762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0FDD9-D14B-4286-A347-4E80B297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562CE-A6E0-4383-9CFA-2DC2B0A1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D7B6C4-5BC8-4AAF-AB1F-58359CDA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38250"/>
            <a:ext cx="923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0AA7C-0F56-4119-B867-7D506557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3fa3240564f3b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CBA53-F7C0-4CFD-8EF9-DEAB5D2F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7D837-822D-4563-8CF7-F6EADF66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84847-1135-461A-857D-E96F535F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451015-D4C6-4D2A-B7EB-DEE19227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45E9F-BDC3-4A4E-A068-C1419B61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FF9B37-18A5-49B8-9DF5-0E6DD6A4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9D563-92F8-4A5B-B757-359CF1B8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1735772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af35df5c341a0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CADEA-8DAE-4A9E-BDB1-E183608F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1E710-E3D7-427B-B7D0-3B18CD4D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AE350-16AF-4F85-BF5A-8DBE3BB8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E1D99-5067-450B-BB10-2C392E31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401B2-B73A-45B4-9BDE-82DA4D8C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9E319-F2DC-4F89-8C37-1E2E0C34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EB46F-75B1-462D-8E08-14F6F1AD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6AF91-8B1A-4F0F-8C89-A711AED6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2B20C-FA3F-4004-8FDC-1FB417C7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57E14-C0A7-4288-AC4C-301F7507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17540C-9189-48D9-97F5-4C51ECB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F4B78-D25A-4B0C-B948-4F7CBF81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06062-60A1-44B9-9EC3-911EFEB8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8079648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FE4E4A-519D-447C-8861-A553CD14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F3797-22C2-4B0E-AAF2-7B9AD296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A5C66-F153-403A-AA11-CBBD0527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BA47E-91FF-4EC2-A1B8-0C394320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C96FD-842C-4517-AB1C-38C6B8C6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B0CB2-D599-4F6C-9B83-FB098CDB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A5B4F-9D8B-4A9F-B965-20D8614E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09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1EFAA-77E3-4A45-82A5-078AD531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A86CF-EB55-437F-ADE1-846F80E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969F6-510E-4B83-8EB8-4C26295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90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EE4C62-4234-4DF1-AA79-67D11743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752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2D137-704D-4F98-9668-40A40AEA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717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7931B8-89F0-43FC-B46A-7724859C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860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33A9E-9935-4DDD-9215-D26BC8EE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95500"/>
            <a:ext cx="18669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0A24B-1CEB-4321-BC48-4F3EB660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E54950-1F21-4BB0-92AC-C56FA96F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050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9A3CD7-D5EE-4728-9C31-A13C8579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1162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CF2AA-4E69-413A-B2A2-65BE8FB5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81300"/>
            <a:ext cx="152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Combines briefs into 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A256D-47AA-4C74-A3C8-34AAD8EB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717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9A24C-1E55-4175-A2FC-786696AF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860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F7D984-6AB2-486F-AAE4-FEF448DD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95500"/>
            <a:ext cx="25908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B8CE76-4225-4036-AD07-D0D71E1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0FA2DF-DA7D-4D46-BF12-06901CDB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3050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D19BF-0B7D-48E5-A5A3-9FB5B63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1885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965B62-9B30-4ADB-9B86-ECE50018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81300"/>
            <a:ext cx="2247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149ABE-9F46-45B6-8617-D96C821E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717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00A73C-80E2-4407-9B19-44DC1719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071089-C742-438F-AB0D-8AD0B66E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1D4AA1-F4E9-46C7-B12D-3CE14C2C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DF3912-669C-42BE-A526-4A0E19B4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D4E279-7E32-4929-9306-82F01B9A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98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FC98EB-B1BA-4AB6-9904-DF2B45CF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81300"/>
            <a:ext cx="2209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can change ecosystem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2A347C-A808-4E55-925A-D76A894D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5753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438E11-32BC-4673-A88A-9C421869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29125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BLOCKED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C968D0-946E-4157-B48D-12C4E5A8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295775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state change, logged to the RLVR trace, and returned as verifier feedback.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1649AD-648C-4ED7-808B-C9026623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285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F1279A-4BA0-4A57-AFC6-BCE6881F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8766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AF0833-0A01-4BE8-9E68-814A2E1D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4641493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A205CA-D7B9-49DE-A424-5618B99A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4B18B-C139-484F-BE74-F6FF9EEC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444C8-10BA-4E65-8380-8B19DD48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A4D93-392A-4923-A5E9-251966AC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EDEEE-D434-4180-9201-8E29A2F5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B226C-7297-430C-907A-8ED60FF6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AD1BC-1922-4BFD-B682-F2AB974F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220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DFE10-3B9E-4023-A6C4-903C6443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ACF3B-8456-4A99-A797-097A7848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29313-C392-437C-862B-F2C42FDB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C8958E-D152-4522-A52B-252D8731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190F7-1E47-4E16-957B-064B118C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1CE994-11C8-45F0-B752-2BCB8655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ED700E-5838-4364-A7E9-8F3AE6B2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557C0-B5E0-41CC-8AB0-47B96332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783E0C-0D8F-41CB-8E2E-448731A2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375BA-1D7A-415C-BDF5-AF4BB6AD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79B67-135B-4E95-BA73-6D175707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BBED2-0830-4883-B3D7-642F4A48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2381A9-E003-451D-AEE2-D3952C41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F62236-56A5-4165-A414-E56B0ED9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75AC56-53BF-47B7-B07D-1B6C2F28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15772B-8334-4A23-8F65-4AA3FB23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578380-0A59-451A-B767-01FB6871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382E2C-1348-4F9E-8FA0-2387068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224D06-9975-4161-B2DC-0F404CBC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12, 2026: 220 Python and 141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16855329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835F45-FB55-4D36-A7A7-ABE8B0AB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5A5DE-63E0-4851-ACBB-DD963E77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5F395-1DD0-4C12-8C47-4A9B965E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561BE-F536-49C3-BC4F-D14B8B01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A45F1-9F1C-46B0-8B71-200F89CF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An on-site AMD GPU can keep the decision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7B771-9065-42F6-8337-A3A86B80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After the application and Gemma weights are provisioned, farm decisions do not require an internet API.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A35B1-DEE9-4CA4-ACB2-C3F8F13B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9052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6BFF23-19DB-42E0-A382-9FFDF75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FIELD LINK · PHYSICALLY PROVEN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6D7EA-DA50-46C5-9EF2-739324D5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2001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03A0A-5443-417E-B0D7-2DEBF0E2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04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BD53C-9E24-4EE5-8658-3819B189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tank radio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29AB3-9131-4141-9A3A-5F677A35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76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EC1EEB-A6B0-4588-AF84-1E6A9409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71750"/>
            <a:ext cx="8001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20BADA-0EB2-4C58-8F1C-3FCFB4D8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43200"/>
            <a:ext cx="647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E49BD6-4D0E-4B6F-B812-E7729B40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105150"/>
            <a:ext cx="64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private hop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3946D9-198C-40B9-8550-F01FEDA1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876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61E692-5C03-48D7-B040-626F0A41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71750"/>
            <a:ext cx="11049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D4F63-549B-4FC0-849A-980651EF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432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6793FE-2AD8-43F5-8406-7CF4C898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051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gateway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9541F-8ECC-4C51-B882-B4ACFB67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27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boards exchanged the same bidirectional sequence 100.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4F6A68-7FF9-44ED-83CF-1AEC28EA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273FDF-286F-452C-8CA9-082E2A9E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41719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28575">
            <a:solidFill>
              <a:srgbClr val="1687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D700D0-0490-4E61-81B2-027F2991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431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ON-SITE AMD GPU · DEPLOYMENT OPTION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67266-63F9-484A-A84B-FFB80176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669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stays at the farm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E43C40-10C8-4302-98F9-DA68567C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62250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1D480A-E680-4226-B4A9-6A9FDF05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241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Cached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3DE350-5503-4414-91C0-92BAE4D1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2171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4 E2B weights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EE52BD-9EDE-4FF1-8EFC-82A574DF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86100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DD727F-0753-4574-BD7E-85829813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4800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ROCm + vLLM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434EF5-3B52-4527-9134-488B81B4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48000"/>
            <a:ext cx="2171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local OpenAI-compatible endpoint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CCB37-1312-4D95-8F61-C3BA778B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09950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7809F4-7E00-4C3C-AC8B-A818B841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718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Python verifier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831425-0184-47F3-85A1-03D67F5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2171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blocks unsafe actions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E6B117-39C0-40A2-B1FF-56867705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33800"/>
            <a:ext cx="4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2FDC7B-E4D2-42F1-9379-58F9B074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9570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+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494470-FEB3-4F5B-8EE3-592DB212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95700"/>
            <a:ext cx="2171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state, receipts, and producer control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CA4E24-0320-406D-85F5-619ACCF0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576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3D54D3-9039-448C-8AFD-11804CA3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remote API in the action path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D788A3-4244-4FBF-B60D-3D2AC687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7655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07735A-3D64-4DBD-9216-2C2FC6F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00300"/>
            <a:ext cx="2095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C0F375-FF5B-4C3F-BB42-FD356DF2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657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LOCAL LAN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D4C5DD-39D6-477D-8FE1-3748A517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76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5AABE1-9D24-49BF-A480-397FCF16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575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Approve risky actions and inspect receipts.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A8B0D8-9901-4C1D-8B54-FEB076E7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62500"/>
            <a:ext cx="674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0D9BA7-C866-44E9-A233-35FAFD25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339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OPTIONAL CLOUD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61BC76-C44A-4C87-9A1E-BA406AF5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76800"/>
            <a:ext cx="478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Sync evidence and model updates when connectivity returns; never required to verify or execute.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82069B-2937-48B5-AF10-CB484741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1125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9525">
            <a:solidFill>
              <a:srgbClr val="EF6C2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BA4A5E-2A11-449F-8A30-17AC0257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POWER BOUNDARY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687F76-93F6-4FB2-8E7B-457D2F7F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838825"/>
            <a:ext cx="885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AMD compute still needs electricity; solar + battery autonomy is the next measured field proof.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4AF337-2322-4681-A017-FD71107D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AMD inference is proven on the assigned notebook; a farm-installed AMD GPU remains the next hardware deployment step.</a:t>
            </a:r>
          </a:p>
        </p:txBody>
      </p:sp>
    </p:spTree>
    <p:extLst>
      <p:ext uri="{BB962C8B-B14F-4D97-AF65-F5344CB8AC3E}">
        <p14:creationId xmlns:p14="http://schemas.microsoft.com/office/powerpoint/2010/main" val="15174421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83B377-909F-400D-B374-93ED459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48B73-AD25-4CC3-AE6B-19A73146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7ADA0-6990-41FB-B354-A73710E8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8DE38-0535-4A7B-B8ED-AE9AEF08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6253D-4912-427C-885A-52B08AF3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30AF5E-6E06-4072-A1C4-1C318330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8CB04-BC8F-478E-9138-E50C8041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752E-AC26-42F4-AA97-C1340F27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6FC84-E723-4CC7-B873-8074155B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68F65-B361-4BDC-93A9-7BFBF2AA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E45F6-2C0D-4FE3-B58F-2BF3413A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101C5-B31C-4E12-A281-0AA6CA42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D9376-DB8E-424F-B62D-73FA1968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95A05E-03A4-4964-8611-647BD70A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BF31A-9ABC-4BE3-B833-6A39C7AC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3A59B-C0D6-444C-9590-2A08551A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95F00-B01C-4717-A3DF-179DA9F0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974FA-6404-4459-BA10-0D7B5ADE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54EE73-93C3-4E97-A4C5-72571D51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74468662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69079A-1608-426D-9444-A604D48D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6B802-9B78-4FA5-B335-2C41CC49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45CAF-6179-4445-8B6C-90AC48D3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CFB12-9736-47F8-A54D-A7271B54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AMD GEMMA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4D2E3-28B3-43F3-83E4-87CDAA40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Verifier feedback turns 10% first-pass safety into 100%.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02F96-AAD8-4402-8427-2BECA69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76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Exact verifier failures return as bounded feedback; every revision is parsed and verified again.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1F847-4CDB-4A49-BE75-D6F92114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CAPTURED AMD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D0D39-7BAE-4226-A1FB-E1757563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6668B-9E17-497E-BAB0-94ACB0FC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Gemma 4 E2B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F4A60-D927-48E9-B280-5873D70B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CBC7FD-4740-4428-BCF6-5B04D84D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PyTorch 2.10 · ROCm 7.2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542C4-1ECD-4107-B996-AA07A9B8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498BD-16F8-4703-9050-D815887D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0.20.2 · gfx1100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1BD5E8-F0DE-4FAD-B938-CDE670C5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CEB45F-FDE3-41CE-9029-D527DC91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47.98 GiB AMD GPU memory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B618D5-4DCD-4B4E-9077-316419FE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8A9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8A999"/>
                </a:solidFill>
                <a:latin typeface="Aptos"/>
                <a:ea typeface="Aptos"/>
                <a:cs typeface="Aptos"/>
              </a:rPr>
              <a:t>20-EMERGENCY REPAIR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CA1603-C87E-4A56-94F8-CD5939C0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97BE43-28A5-43B4-947B-1F8F2237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 repairs · zero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12E7A-893E-47B7-8615-C8AF726C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FFE5CF-0D6C-4030-B091-FB788E93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2/20 first answers safe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1BBA1-FDD8-4A2A-A1AE-87586D77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DAF580-6056-4358-9702-039409F9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17 repaired once · 1 twice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27846C-AA90-4DC2-A866-98537A86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7D5813-F746-40ED-9290-A39BD32B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20/20 model-safe · no weight update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B415D-E8B1-4DE5-87EA-50A4A616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MEASURED EXECUTION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D9E03-F0B0-443D-B545-4BB6E3FD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012AA9-A96D-4BAF-9066-312219BA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139 requests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71002C-5499-4B8A-BFEA-980D3994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F34F30-D821-42AB-990E-23B04C37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60,385 observed tokens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B66045-9844-4FB9-BCEF-7DE6EE27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141DD6-9E2D-420C-B342-EDD461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99.793 completion tokens/s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AD4352-5EC2-457E-B175-9CCB544E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2D9BC0-66AE-46F5-904A-13377DAC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p50 latency · 655.522 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F19A26-656A-4AF3-9487-097883EF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67300"/>
            <a:ext cx="1091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420.648 kg aggregate scenario biomass · +221.7244 mean reward vs naive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C1D111-3C9A-480B-AF28-DC20AB62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Captured inference-time repair experiment; the public URL remains on its private 8 GB host and CPU fallback.</a:t>
            </a:r>
          </a:p>
        </p:txBody>
      </p:sp>
    </p:spTree>
    <p:extLst>
      <p:ext uri="{BB962C8B-B14F-4D97-AF65-F5344CB8AC3E}">
        <p14:creationId xmlns:p14="http://schemas.microsoft.com/office/powerpoint/2010/main" val="140136660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941736-3C35-4404-B181-C6E8041F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E68CA-59FE-44EB-B2F0-3FD6E69F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D8879-2612-47BC-A054-C3851CDC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48135-266A-4FAA-AB45-B219DEB6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46D36-52F3-4D66-BA8A-0FB402F0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2DA87-B141-4896-A408-5315D5F2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EF504-2583-4C75-BA57-78D8E1C5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C7736-AC37-4702-B903-4F07271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7D8A3-CF2D-414E-95EE-BDFF0BCD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03E0E-B21A-4AE9-9793-A500CA2B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59062-858E-49EB-A53A-94ED658A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6FC90-1013-40C0-BF2F-982860D9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23110-1C13-466B-ADBF-939B0D01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00478-F01D-4D74-97CC-EBD65C78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F0F8C-21CA-43EE-AFB8-7AACF432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626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9F13C-1D75-423C-9951-43A0A1C8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github.com/Anarpego/ProteinLoop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A7A44B-7293-4A62-B581-8762DCBF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7d6852750416d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6543E-3804-48FE-AA09-DF53BF8A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51ACB-65AF-4195-BBB6-8EB73A56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10399358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2026-07-12T17:54:04.3480000Z</dcterms:created>
  <dcterms:modified xsi:type="dcterms:W3CDTF">2026-07-12T17:54:04.3480000Z</dcterms:modified>
</coreProperties>
</file>