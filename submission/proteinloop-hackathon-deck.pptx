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c41726ac5043cd" /><Relationship Type="http://schemas.openxmlformats.org/officeDocument/2006/relationships/extended-properties" Target="/docProps/app.xml" Id="R3e2be77ace1d49a5" /><Relationship Type="http://schemas.openxmlformats.org/officeDocument/2006/relationships/officeDocument" Target="/ppt/presentation.xml" Id="R3afac96c13144b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180a25a0254182"/>
  </p:sldMasterIdLst>
  <p:notesMasterIdLst>
    <p:notesMasterId xmlns:r="http://schemas.openxmlformats.org/officeDocument/2006/relationships" r:id="R359d04efe3db495f"/>
  </p:notesMasterIdLst>
  <p:sldIdLst>
    <p:sldId xmlns:r="http://schemas.openxmlformats.org/officeDocument/2006/relationships" id="256" r:id="R3ccb1e1f880f4ac4"/>
    <p:sldId xmlns:r="http://schemas.openxmlformats.org/officeDocument/2006/relationships" id="257" r:id="Rc07cd7dd823746b3"/>
    <p:sldId xmlns:r="http://schemas.openxmlformats.org/officeDocument/2006/relationships" id="258" r:id="R0b56b6b828354bd4"/>
    <p:sldId xmlns:r="http://schemas.openxmlformats.org/officeDocument/2006/relationships" id="259" r:id="R7704afadc47c4e0e"/>
    <p:sldId xmlns:r="http://schemas.openxmlformats.org/officeDocument/2006/relationships" id="260" r:id="Rbe4ff6ac03774252"/>
    <p:sldId xmlns:r="http://schemas.openxmlformats.org/officeDocument/2006/relationships" id="261" r:id="Rb5cfc58b22f14b3d"/>
    <p:sldId xmlns:r="http://schemas.openxmlformats.org/officeDocument/2006/relationships" id="262" r:id="R135dbded9a2441f9"/>
    <p:sldId xmlns:r="http://schemas.openxmlformats.org/officeDocument/2006/relationships" id="263" r:id="R0c8cba3972004f2c"/>
    <p:sldId xmlns:r="http://schemas.openxmlformats.org/officeDocument/2006/relationships" id="264" r:id="R72b1da93f19e4692"/>
    <p:sldId xmlns:r="http://schemas.openxmlformats.org/officeDocument/2006/relationships" id="265" r:id="R4fa91ff68ed9497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180a25a0254182" /><Relationship Type="http://schemas.openxmlformats.org/officeDocument/2006/relationships/theme" Target="/ppt/theme/theme1.xml" Id="R739d18a49fca4ac7" /><Relationship Type="http://schemas.openxmlformats.org/officeDocument/2006/relationships/notesMaster" Target="/ppt/notesMasters/notesMaster1.xml" Id="R359d04efe3db495f" /><Relationship Type="http://schemas.openxmlformats.org/officeDocument/2006/relationships/presProps" Target="/ppt/presProps.xml" Id="Rd1f76edb6e5a41e7" /><Relationship Type="http://schemas.openxmlformats.org/officeDocument/2006/relationships/viewProps" Target="/ppt/viewProps.xml" Id="R1819007c4c5048e4" /><Relationship Type="http://schemas.openxmlformats.org/officeDocument/2006/relationships/tableStyles" Target="/ppt/tableStyles.xml" Id="Raaa3ccddbd334122" /><Relationship Type="http://schemas.openxmlformats.org/officeDocument/2006/relationships/slide" Target="/ppt/slides/slide1.xml" Id="R3ccb1e1f880f4ac4" /><Relationship Type="http://schemas.openxmlformats.org/officeDocument/2006/relationships/slide" Target="/ppt/slides/slide2.xml" Id="Rc07cd7dd823746b3" /><Relationship Type="http://schemas.openxmlformats.org/officeDocument/2006/relationships/slide" Target="/ppt/slides/slide3.xml" Id="R0b56b6b828354bd4" /><Relationship Type="http://schemas.openxmlformats.org/officeDocument/2006/relationships/slide" Target="/ppt/slides/slide4.xml" Id="R7704afadc47c4e0e" /><Relationship Type="http://schemas.openxmlformats.org/officeDocument/2006/relationships/slide" Target="/ppt/slides/slide5.xml" Id="Rbe4ff6ac03774252" /><Relationship Type="http://schemas.openxmlformats.org/officeDocument/2006/relationships/slide" Target="/ppt/slides/slide6.xml" Id="Rb5cfc58b22f14b3d" /><Relationship Type="http://schemas.openxmlformats.org/officeDocument/2006/relationships/slide" Target="/ppt/slides/slide7.xml" Id="R135dbded9a2441f9" /><Relationship Type="http://schemas.openxmlformats.org/officeDocument/2006/relationships/slide" Target="/ppt/slides/slide8.xml" Id="R0c8cba3972004f2c" /><Relationship Type="http://schemas.openxmlformats.org/officeDocument/2006/relationships/slide" Target="/ppt/slides/slide9.xml" Id="R72b1da93f19e4692" /><Relationship Type="http://schemas.openxmlformats.org/officeDocument/2006/relationships/slide" Target="/ppt/slides/slide10.xml" Id="R4fa91ff68ed949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d02b97f21454e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53690e698345a3" /><Relationship Type="http://schemas.openxmlformats.org/officeDocument/2006/relationships/notesMaster" Target="/ppt/notesMasters/notesMaster1.xml" Id="Rcdf2af07dd094b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9e90a49529405a" /><Relationship Type="http://schemas.openxmlformats.org/officeDocument/2006/relationships/notesMaster" Target="/ppt/notesMasters/notesMaster1.xml" Id="Re06d066290f946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99581d42104fff" /><Relationship Type="http://schemas.openxmlformats.org/officeDocument/2006/relationships/notesMaster" Target="/ppt/notesMasters/notesMaster1.xml" Id="Rb2ff4b6afd044e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be9a6087744082" /><Relationship Type="http://schemas.openxmlformats.org/officeDocument/2006/relationships/notesMaster" Target="/ppt/notesMasters/notesMaster1.xml" Id="Rcd287b1aa8914e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b39fe84b474ecc" /><Relationship Type="http://schemas.openxmlformats.org/officeDocument/2006/relationships/notesMaster" Target="/ppt/notesMasters/notesMaster1.xml" Id="Rd3fb0916487b49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a6471b09504abc" /><Relationship Type="http://schemas.openxmlformats.org/officeDocument/2006/relationships/notesMaster" Target="/ppt/notesMasters/notesMaster1.xml" Id="R4b1d744359564b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f29377f0d84bfc" /><Relationship Type="http://schemas.openxmlformats.org/officeDocument/2006/relationships/notesMaster" Target="/ppt/notesMasters/notesMaster1.xml" Id="Rf371c7913b0b4c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f75b0c32114b70" /><Relationship Type="http://schemas.openxmlformats.org/officeDocument/2006/relationships/notesMaster" Target="/ppt/notesMasters/notesMaster1.xml" Id="R435fd5f7b7de48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506a77473245ac" /><Relationship Type="http://schemas.openxmlformats.org/officeDocument/2006/relationships/notesMaster" Target="/ppt/notesMasters/notesMaster1.xml" Id="R7750fa4a995a47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793b90b91145bc" /><Relationship Type="http://schemas.openxmlformats.org/officeDocument/2006/relationships/notesMaster" Target="/ppt/notesMasters/notesMaster1.xml" Id="R08f0051386324c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ec9efadcc6420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6ee4aa4377e4f5e" /><Relationship Type="http://schemas.openxmlformats.org/officeDocument/2006/relationships/slideLayout" Target="/ppt/slideLayouts/slideLayout2.xml" Id="R6f0eff399d764e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0eff399d764e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d03c8e797f430c" /><Relationship Type="http://schemas.openxmlformats.org/officeDocument/2006/relationships/image" Target="/ppt/media/image.png" Id="R87144997902543c6" /><Relationship Type="http://schemas.openxmlformats.org/officeDocument/2006/relationships/notesSlide" Target="/ppt/notesSlides/notesSlide1.xml" Id="R35bf8a9f0a7e4d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f8b62e4d054c3a" /><Relationship Type="http://schemas.openxmlformats.org/officeDocument/2006/relationships/notesSlide" Target="/ppt/notesSlides/notesSlide2.xml" Id="R3ea018a4f51147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3c3f53c5c94cec" /><Relationship Type="http://schemas.openxmlformats.org/officeDocument/2006/relationships/image" Target="/ppt/media/image2.png" Id="R01c9bd72b31d4a2d" /><Relationship Type="http://schemas.openxmlformats.org/officeDocument/2006/relationships/notesSlide" Target="/ppt/notesSlides/notesSlide3.xml" Id="R423c503a2d7f44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438bb509464b66" /><Relationship Type="http://schemas.openxmlformats.org/officeDocument/2006/relationships/image" Target="/ppt/media/image3.png" Id="Re3e45aedc7a94efe" /><Relationship Type="http://schemas.openxmlformats.org/officeDocument/2006/relationships/notesSlide" Target="/ppt/notesSlides/notesSlide4.xml" Id="Rdecea6704eac4f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041e1610274aae" /><Relationship Type="http://schemas.openxmlformats.org/officeDocument/2006/relationships/notesSlide" Target="/ppt/notesSlides/notesSlide5.xml" Id="Rdc36b02c988040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c65d958088444b" /><Relationship Type="http://schemas.openxmlformats.org/officeDocument/2006/relationships/notesSlide" Target="/ppt/notesSlides/notesSlide6.xml" Id="R0b97d4e4b12d45e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c10eed836a4fcf" /><Relationship Type="http://schemas.openxmlformats.org/officeDocument/2006/relationships/notesSlide" Target="/ppt/notesSlides/notesSlide7.xml" Id="R2da1462c06ec40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2810c671994c8d" /><Relationship Type="http://schemas.openxmlformats.org/officeDocument/2006/relationships/notesSlide" Target="/ppt/notesSlides/notesSlide8.xml" Id="R1424846557a247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e2e7e2c89441b8" /><Relationship Type="http://schemas.openxmlformats.org/officeDocument/2006/relationships/notesSlide" Target="/ppt/notesSlides/notesSlide9.xml" Id="R39f6b9f8eb7c44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05b41954e8440b" /><Relationship Type="http://schemas.openxmlformats.org/officeDocument/2006/relationships/image" Target="/ppt/media/image4.png" Id="R4815b5e577e24e1b" /><Relationship Type="http://schemas.openxmlformats.org/officeDocument/2006/relationships/notesSlide" Target="/ppt/notesSlides/notesSlide10.xml" Id="Rabc618027a84422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44997902543c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598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95DA8E-AB23-4A66-883D-89BD79B5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DA024-ADAB-4246-8B2B-09045ECB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E0BD1-067C-4BED-82CE-5C47AF8D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D74BC-52DB-4FCE-AB6D-C63F0AD5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573AB-9751-4F4C-8441-AE16F664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LOOP, SHARED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B0562E-81FD-47A3-A306-1B219EB1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90600"/>
            <a:ext cx="619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chemistry failure does not stop at the vegetables.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8FF5B-BDA0-491C-84B7-84BF5826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and prawns breathe the water. Plants clean it. Duckweed stores feed. Eggs depend on what survives upstream.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13914-C189-494D-B8AA-A0B5D33D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561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0">
            <a:solidFill>
              <a:srgbClr val="D948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4979A-DA5C-4485-A3E0-E0DCBC1C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ammonia spike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6E2D44-4A08-4416-A8DC-4431758C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can threaten every protein output in the loop.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8CE170-5266-4EBD-BCAD-06170460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123950"/>
            <a:ext cx="381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C569B0-4FA9-4743-A39D-4E61892C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3049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347F2E-6507-4592-AAB8-86E3BAB2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715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14.5 kg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12639-B123-4A69-B827-5B3626B6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240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+ prawn stock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B9EA43-0ECF-459A-8ECE-306D8E6F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860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04D95F-F1E5-4E67-853A-823A252C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527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5.0 kg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574049-9D5A-4782-B840-F62A0E7C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plants cleaning water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9D1CE-C1C4-4DD2-A03B-D3E9EB90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672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8CB49B-E976-4313-A341-015DFA5A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338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A21351-2D67-495D-B165-0F7F3FB0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downstream protein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27032-84D5-43DD-B629-D4CAD163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ProteinLoop measures the animal-protein outcome instead of treating it as a hidden side effect.</a:t>
            </a:r>
          </a:p>
        </p:txBody>
      </p:sp>
    </p:spTree>
    <p:extLst>
      <p:ext uri="{BB962C8B-B14F-4D97-AF65-F5344CB8AC3E}">
        <p14:creationId xmlns:p14="http://schemas.microsoft.com/office/powerpoint/2010/main" val="10428858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2B602A-7D4A-4C95-B9DA-D4ADC4C7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E652F-75C5-4AF4-B31D-1D0CDCB6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655E3-B205-4ECF-93B1-180BFDE9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4A556-EAEE-4A57-A6CF-4EBFFA39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B01EA-42AC-4E73-8E35-0A00C387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living system people can understand in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42ABAD-5184-4048-8B52-F6171B4D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430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deployed operator view connects animal behavior, plain-language chemistry, biomass, and action in one scene.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CE1EF-39A4-42A8-9EA1-00AF6651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135380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8DC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9bd72b31d4a2d"/>
          <a:stretch xmlns:a="http://schemas.openxmlformats.org/drawingml/2006/main"/>
        </p:blipFill>
        <p:spPr>
          <a:xfrm xmlns:a="http://schemas.openxmlformats.org/drawingml/2006/main">
            <a:off x="1929822" y="1790700"/>
            <a:ext cx="8294256" cy="3848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4BE51-7F0E-4816-8E55-E8358D18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864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2B80C-9C41-4A64-A44A-E083AE6E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53125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SEE THE ANIMALS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D6D00C-1196-4DE7-9988-A4A99284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886450"/>
            <a:ext cx="2247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2F17A-CE9A-4B86-B983-A2E35373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9531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UNDERSTAND THE WATER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835D2-02F5-48EF-BF1D-6CCDB335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886450"/>
            <a:ext cx="196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A860D4-4B4D-4E49-B6DF-347EA43F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953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ACT WITH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6170F7-6AA7-447A-AEE0-5ABEE223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Real deployed UI at proteinloop.dev-vb.lat; the tank is rendered live, not a looping video.</a:t>
            </a:r>
          </a:p>
        </p:txBody>
      </p:sp>
    </p:spTree>
    <p:extLst>
      <p:ext uri="{BB962C8B-B14F-4D97-AF65-F5344CB8AC3E}">
        <p14:creationId xmlns:p14="http://schemas.microsoft.com/office/powerpoint/2010/main" val="130934953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e45aedc7a94efe"/>
          <a:srcRect xmlns:a="http://schemas.openxmlformats.org/drawingml/2006/main" l="0" t="5284" r="0" b="5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14B47-03D1-4C80-BD28-F411A844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9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0DB61-B84D-4E63-8E66-D40D3796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recovery is visible while it happens.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6C78F-2CF2-4DBC-A6E8-41F5D622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7764B-5418-4D2A-9296-A5368902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0EC38-5707-4FF9-8A45-4F2859BE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8DAB5D-942E-42AC-8C77-83879C68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 specialists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BA1078-8E39-4D27-9A07-0BF1A41D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9B6CC-8DC1-4D89-826D-588B0789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5058B-5661-44E4-B4DA-6A8FD460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177B5-CF8A-4AAD-9B0A-997F74A0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0FE22-154A-461F-BAAB-0D687E5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34F9DE-7849-4369-9876-482F6281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0577E0-59BD-4C40-879B-9C1D837E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Structured events and tool outcomes are visible; private model chain-of-thought is not presented as evidence.</a:t>
            </a:r>
          </a:p>
        </p:txBody>
      </p:sp>
    </p:spTree>
    <p:extLst>
      <p:ext uri="{BB962C8B-B14F-4D97-AF65-F5344CB8AC3E}">
        <p14:creationId xmlns:p14="http://schemas.microsoft.com/office/powerpoint/2010/main" val="14814835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CED97D-9C60-468F-9468-FEB7E9C2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D4C5D-DA48-4EF0-A7B5-1CE46026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CCDFB-B320-4D76-9EE7-A1068584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73DBF-3117-44D8-86EA-59F17DDA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3FEF4-0945-4C51-AC23-E50EDF8E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The model can recommend. It cannot mutate.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E0D5A5-160E-4CDB-8194-E08CE4E5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Authority moves left to right. Every connector ends at an explicit decision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EE9FC-8924-477B-97B0-C645B592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2019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71BB6C-E0CF-4F1A-9792-764B0A32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F70B2-8F33-4A00-82E3-674903D7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0B73F4-4A83-4123-88C3-6D7B2999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Gemma specialists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CD1B7-059C-45C5-B168-E967A830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676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Fish, prawns, plants, and feed-loop briefs.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6048F3-650E-4F26-9D79-BB7C4A69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34273A-5E2B-42FD-BAE4-6A082F92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5BA3B2-746F-4364-B465-6D8DFE71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76450"/>
            <a:ext cx="18097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5785D-BA78-4EA2-BCDA-637DAF06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EF409-5368-40AC-87CA-DA2DA792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059F1-646C-43D9-AD95-ADF9AAC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2098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0CD658-392C-415D-ABAB-78B770D5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33650"/>
            <a:ext cx="14668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One bounded proposal.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B01ABB-C4F6-409C-B049-FED81770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E5D92C-E6C2-4115-97DB-63ADC0F2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567555-364C-435B-8841-28AEA073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8595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5B2523-6D70-44B0-9E71-CC9D5D33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19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1A7620-1B82-48FF-8395-9C42CFCF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22D7B8-ED95-41F6-BE50-FC7A875E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193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Deterministic 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41BA3F-8A60-480E-ACC4-4526F02E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981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Checks chemistry, feed, water exchange, reserve, and collapse rules.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F72CC3-1562-4AD4-B2C6-C6CF7FA3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A22E42-1B3D-409D-BD4C-C30B4054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E51968-48E6-4272-9A76-EC9C766F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76450"/>
            <a:ext cx="2343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68D8D4-109A-48E8-BDA8-563AB67C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9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BF3B85-4456-4E75-859D-04FAB8B6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32D5E3-70BD-464F-B374-45BDAC2E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980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Simulator mutation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56768D-8331-47B5-8CF8-F8A0E658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33650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Only admitted actions change state.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9D7877-FB95-498D-B0EF-23CFCE2A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95750"/>
            <a:ext cx="54864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E96A1F4-DAB9-4F8E-BFED-90BD4632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UNSAFE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D86105-7A7B-4A35-AB83-E26B8066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29100"/>
            <a:ext cx="3600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Rejected before mutation and written to the RLVR trace.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2BED79-FC2B-4301-86D6-66ACCB74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81400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A5C5E8-EB00-478E-A6DC-FAA26329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v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0841DC-C399-4AC2-8B74-6F23A3C4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verify_ecosystem_safety is the only authority allowed to admit simulator mutation.</a:t>
            </a:r>
          </a:p>
        </p:txBody>
      </p:sp>
    </p:spTree>
    <p:extLst>
      <p:ext uri="{BB962C8B-B14F-4D97-AF65-F5344CB8AC3E}">
        <p14:creationId xmlns:p14="http://schemas.microsoft.com/office/powerpoint/2010/main" val="200146323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BEEA15-9E18-476D-B9DF-AE87EDF7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CD2D9-D607-4C26-B018-7FF4FDCC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D6D5D-5787-41AB-9BB9-61D99B6D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09062-1B52-46F0-93B4-293D19F5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EXECUTABLE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3228B0-9B8D-48A2-9FC3-ABC4CA42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66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Safety is demonstrated, not narrated.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FFCB5-C43A-458F-BDC5-3639069F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33500"/>
            <a:ext cx="752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The simulator is simultaneously the product demo, the policy evaluator, and the RLVR source of truth.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CA7FC-B216-48AD-B274-57525A60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3C7F2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63C7F2"/>
                </a:solidFill>
                <a:latin typeface="Aptos"/>
                <a:ea typeface="Aptos"/>
                <a:cs typeface="Aptos"/>
              </a:rPr>
              <a:t>180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8810C-F3F4-4E81-AD68-2AACD63E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1BC810-7FFA-44CB-904C-8E0ACD84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simulator, verifier, API,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AA268-7F1B-4315-9AC4-109C1AAD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B3119-E030-4E10-9A65-FF902255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129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C84BDB-CDA8-45D9-B240-17FB8B27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C31EA8-5182-401C-8614-BF031BC6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Sagents, LiveView, producer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507344-9DEA-40FB-99E7-1E85BD3B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9A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8FA95F-2392-41B4-8A62-2C16DFF2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2C94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2C94C"/>
                </a:solidFill>
                <a:latin typeface="Aptos"/>
                <a:ea typeface="Aptos"/>
                <a:cs typeface="Aptos"/>
              </a:rPr>
              <a:t>+463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B16295-FC55-4381-AB2A-48FC1BA5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E9CF9-DACB-4527-99AC-E89DED6D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verified policy versus naive average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807B8-0D1B-4F79-A227-3753D9ED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D660CF-A806-4548-8967-CE04409C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8E5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8E5C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261E3-5EF9-435B-B7CD-AC152271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collapse 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19781A-C9D6-4356-8BB5-23254E2B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fixed baseline scenarios recovered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1DDBC-92BC-495E-A127-DB7EC456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E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BE823D-2F46-4C53-A5FC-9470979E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1076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9525">
            <a:solidFill>
              <a:srgbClr val="315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B10605-C8E5-4121-9CD2-5F4F19A3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ONE-CLICK JUDGE PROOF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5512F8-1007-4DF7-A49D-8DF080EC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Inject emergency  -&gt;  block unsafe proposal  -&gt;  admit safe recovery  -&gt;  inspect measured chemistry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D039AA-9740-4926-8618-D7C5F3EB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Verified July 11, 2026: 182 Python and 131 Phoenix tests, zero failures.</a:t>
            </a:r>
          </a:p>
        </p:txBody>
      </p:sp>
    </p:spTree>
    <p:extLst>
      <p:ext uri="{BB962C8B-B14F-4D97-AF65-F5344CB8AC3E}">
        <p14:creationId xmlns:p14="http://schemas.microsoft.com/office/powerpoint/2010/main" val="9172047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48189E-B488-4C80-BF4B-EF52DAB5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70FAA-EC09-495E-B623-442B89B0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796D7-5BB4-4898-914D-E7E8FE28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74634-B5D4-47C3-84B6-7108C492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OFF-GRID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969FA-CAA7-4D8B-AAD0-A6789817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Keep the food-control loop local.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59FF84-C244-44AF-A751-AA69909F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811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Three continuity layers separate transport, intelligence, and power claims.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DB741-A467-4021-A74D-9ED2A7AC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4DD4E1-D13A-4C70-98C6-626689E9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Tank probes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D16A4-09BE-4C33-961B-87B5E9C8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next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AC8E1-4694-4949-9F23-6DDC1503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424FF8-5809-46BC-81E4-2B6F608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4F179-A39A-4B11-8F6D-1136ADC5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5D5A3-3ACD-4F42-9F44-7F429D8C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tank radio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AA0BFC-26EF-4EF5-9503-254D817F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B6D42-4265-41A5-9C23-C87C02A8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A64542-2349-46D4-9E4E-46B6B77D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8D1DA7-A20C-4F7E-919F-23B35A30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no Wi-Fi / SIM / cloud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2CD289-86E9-4A09-9645-D9E7B300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E867E4-988F-4E7B-9AF3-20AECADE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DE84A7-78FF-49BD-A220-09655D4E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7FA16B-6538-4703-9DB2-30BE7D88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gateway radio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BC9F2E-B952-43F7-8453-2DB511B3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6F46A5-4209-4F14-A473-592DA84C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286000"/>
            <a:ext cx="1504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D1D8AF-3866-4099-B295-34D9D894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4574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Edge computer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B086D5-50DB-4ECB-BF8C-8E2C6A72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800350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Gemma + verifier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EE0B5A-1894-4DEB-930B-71AB32DF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526A20-DC9E-4AE5-98F1-32E81AD2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977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8D2DBB-FE6C-406C-B2C2-ACEEE2CD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89A04D-26A2-4061-BFA6-D159D7BD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CE6601-2DC5-4D62-9848-9CDCB02B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97D36C-4773-44EE-B2DA-DACDDEE9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D285DD-F1CD-4C10-BC24-DE7134C9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E73E14-B2BD-4E26-A210-56BA0B57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4B5488-EFF1-448F-8769-A7979405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14EF54-93B1-4A83-A230-4BA305B0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58B8D4-43C9-4E3D-B0F3-B27C756C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D80263-90B9-4D01-8A50-9B2B17CC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NO WI-FI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875EC6-7F28-4316-8C8D-41921D4C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DECT NR+ carries the tank-to-gateway hop.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7C6EC95-0C0E-4B2F-9454-DED3E460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NO CLOUD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8C2C44-FDE0-4C21-BFF2-69CB8C96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and deterministic rules remain local.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2604B2-D6CF-4070-8772-0FA412E8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GRID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9C68C6-11D7-4AA8-ADCE-F7A65100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Solar + battery is the next measured autonomy proof.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23A6B92-1357-49C6-A926-FD7D7788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Physical chemistry acquisition and measured solar autonomy are future field proofs, not current claims.</a:t>
            </a:r>
          </a:p>
        </p:txBody>
      </p:sp>
    </p:spTree>
    <p:extLst>
      <p:ext uri="{BB962C8B-B14F-4D97-AF65-F5344CB8AC3E}">
        <p14:creationId xmlns:p14="http://schemas.microsoft.com/office/powerpoint/2010/main" val="5444822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8977A5-59DE-43E4-97BB-1AE1DEA6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F83E4-969F-4541-9E9C-C582259A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50B27F-AAB7-4A6B-818A-DECBCC2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8F728-3F1C-4C3C-BEBD-54C38FDF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PRODUCER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E270B-67AC-4DEC-B7D9-42F29F40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5715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Risky actions stop for a human decision.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47277-5DFE-47C7-AFAA-0BB4A344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143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producer sees the proposed change, safety result, and current chemistry before choosing what happens next.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BF1B8-8155-4FF9-AC27-6F35A474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495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irreversible action</a:t>
            </a:r>
          </a:p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runs silently.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CD0C2-E283-4509-8AE9-C794B1A6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B98CC7-4D48-4BB5-953C-F94226EF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276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12A293-B8F7-47A7-83BA-70540CAD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57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Execute the verified proposal exactly once.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75A2E-07B3-4A08-96EB-5F4F553B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A19B4-6EE6-41ED-A1AD-6839F48F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098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APPLY HALF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2D45D-CF47-4BF8-B0FF-0DC4988B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908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Reduce the action, then verify the edited amount again.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754EC6-EBE1-4BD9-94B5-92D496AC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33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246D91-D5AE-480F-83CC-4E550E35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43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REJECT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346529-DD38-4291-8111-461DCED0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Resume the workflow with zero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5E0B2D-37C9-498B-91B5-A6518B21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F5AED4-906D-4D34-A1ED-668F652C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290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66D9C0-AB55-4D4D-AC76-FE0B1F73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Producer decisions are replaced in place by a receipt containing mutation status, chemistry, and verifier reward.</a:t>
            </a:r>
          </a:p>
        </p:txBody>
      </p:sp>
    </p:spTree>
    <p:extLst>
      <p:ext uri="{BB962C8B-B14F-4D97-AF65-F5344CB8AC3E}">
        <p14:creationId xmlns:p14="http://schemas.microsoft.com/office/powerpoint/2010/main" val="14906223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683932-7110-48CE-9F67-130EE40C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917D3-316B-4483-99E0-2660C0D3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B5664-7BA9-45CE-8107-3B6A14DD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D333B0-BAEC-4430-B79F-F7E37AD6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RUNTIME PORTABILITY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30CCF-D308-4361-A994-B53F3ECC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One endpoint. Two deployment paths.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3C2879-BAA2-443F-B666-A26432FC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7048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Agent and verifier code stay unchanged when the inference host changes.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EEBDD-3225-4455-9098-25CB6A2C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PROVEN 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25541B-F5C9-4649-8AA3-8B032EE8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3200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9525">
            <a:solidFill>
              <a:srgbClr val="4F788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02348-A693-4F53-8EFF-BC909146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628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CPU edge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09650-C498-4D8D-8AF3-DE9AB542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2628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Gemma 4 E2B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llama.cpp QAT Q4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private 8 GB host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separate Metal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8E748-E20D-4E71-86FC-704CA5C3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81300"/>
            <a:ext cx="3143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F9ADE-5A5B-4B3F-AE11-43F2BED0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990850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94148-65D6-4629-AB10-D9DB5995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2900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OpenAI-compatible model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71C3F-573E-4AB7-A6BE-F72F9682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575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40310D-A3D9-4AB7-AF1C-4B22AA9A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575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412992-86D9-4CEA-82BF-5BD3E0BB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AD7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AD7C"/>
                </a:solidFill>
                <a:latin typeface="Aptos"/>
                <a:ea typeface="Aptos"/>
                <a:cs typeface="Aptos"/>
              </a:rPr>
              <a:t>PORTABLE AMD PATH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A25327-B8A3-4FE5-9A41-1AD41D58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3200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49B22-0ACA-4F80-BA1B-0EB56DD2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47950"/>
            <a:ext cx="2628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GPU promotion profile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F66E4B-0A82-48C4-83CD-F9AEEDDA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43250"/>
            <a:ext cx="2628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AMD ROCm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vLLM serving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same endpoint contract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GPU evidence not claimed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653960-6F81-46B9-B310-04D1BBAF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48250"/>
            <a:ext cx="10801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The deterministic verifier remains authoritative on either host.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B039CC-32EE-4FB5-BBC3-56572408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Current submission proves CPU llama.cpp and local Metal inference; ROCm/vLLM remains a documented promotion path.</a:t>
            </a:r>
          </a:p>
        </p:txBody>
      </p:sp>
    </p:spTree>
    <p:extLst>
      <p:ext uri="{BB962C8B-B14F-4D97-AF65-F5344CB8AC3E}">
        <p14:creationId xmlns:p14="http://schemas.microsoft.com/office/powerpoint/2010/main" val="51082618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17A17B-4A8D-41BF-A541-ECA17889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9A4C98-204C-4F04-8C12-006EB29D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D00E2-713F-48F8-B647-7FAEF202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C924A-87FC-434A-8188-48C9D5DC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4857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Protect protein production where connectivity cannot be assumed.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1BA60-88CF-4560-93FF-B25E5FBC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4667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 verifier-gated, producer-controlled platform for rural farms, cooperatives, and food-security programs.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941C4-35E2-4F95-B8F0-F1B607EE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862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95C30-9D14-43E3-A453-8C932729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PRIVATE FIELD LINK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B4CEC2-9DAF-4E43-B3BE-A1BABD22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57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Two physical nRF9151 radios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86FE5-B2CD-4826-A18F-F8FA53D0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5DF90B-DD19-4D06-81CD-5758DD05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LOCAL INTELLIGENCE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0AAE4-879C-4D2C-A73E-D41159B3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672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2DD14-5355-4040-9733-2AD84F90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C26C5-58D5-4051-9697-951CC1DC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76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EXECUTABLE SAFETY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97FAF2-F067-49EF-87CF-5086297E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768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Deterministic verifier + RLVR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2E679F-EDF6-44F4-A31F-0BD51638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476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proteinloop.dev-vb.lat  |  Best Unicorn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7B525F-C485-41A6-8FB6-07913B8C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5b5e577e24e1b"/>
          <a:srcRect xmlns:a="http://schemas.openxmlformats.org/drawingml/2006/main" l="20736" t="0" r="207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6931E-B82E-45E3-AEBB-1370B2FE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24550"/>
            <a:ext cx="638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E855A4-5E62-440C-B69E-00DA9F6E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6153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</p:spTree>
    <p:extLst>
      <p:ext uri="{BB962C8B-B14F-4D97-AF65-F5344CB8AC3E}">
        <p14:creationId xmlns:p14="http://schemas.microsoft.com/office/powerpoint/2010/main" val="9518855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2026-07-11T17:07:52.7760000Z</dcterms:created>
  <dcterms:modified xsi:type="dcterms:W3CDTF">2026-07-11T17:07:52.7760000Z</dcterms:modified>
</coreProperties>
</file>