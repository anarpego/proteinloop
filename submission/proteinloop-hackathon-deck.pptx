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4d1161246b4367" /><Relationship Type="http://schemas.openxmlformats.org/officeDocument/2006/relationships/extended-properties" Target="/docProps/app.xml" Id="Ra2a140c8432540ef" /><Relationship Type="http://schemas.openxmlformats.org/officeDocument/2006/relationships/officeDocument" Target="/ppt/presentation.xml" Id="R45dccc03a6c24e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6ee810c5c243f8"/>
  </p:sldMasterIdLst>
  <p:notesMasterIdLst>
    <p:notesMasterId xmlns:r="http://schemas.openxmlformats.org/officeDocument/2006/relationships" r:id="Rc989136c751c43ea"/>
  </p:notesMasterIdLst>
  <p:sldIdLst>
    <p:sldId xmlns:r="http://schemas.openxmlformats.org/officeDocument/2006/relationships" id="256" r:id="Rb94e47f575a04c3d"/>
    <p:sldId xmlns:r="http://schemas.openxmlformats.org/officeDocument/2006/relationships" id="257" r:id="R74d8c850b89640be"/>
    <p:sldId xmlns:r="http://schemas.openxmlformats.org/officeDocument/2006/relationships" id="258" r:id="Rd87b2610492b445f"/>
    <p:sldId xmlns:r="http://schemas.openxmlformats.org/officeDocument/2006/relationships" id="259" r:id="Re3a0cb5a87af4e0a"/>
    <p:sldId xmlns:r="http://schemas.openxmlformats.org/officeDocument/2006/relationships" id="260" r:id="Rae2c60e044104709"/>
    <p:sldId xmlns:r="http://schemas.openxmlformats.org/officeDocument/2006/relationships" id="261" r:id="Rf63530e4d0ad4780"/>
    <p:sldId xmlns:r="http://schemas.openxmlformats.org/officeDocument/2006/relationships" id="262" r:id="R12ce53cc39404bfa"/>
    <p:sldId xmlns:r="http://schemas.openxmlformats.org/officeDocument/2006/relationships" id="263" r:id="R187cd8d85c994681"/>
    <p:sldId xmlns:r="http://schemas.openxmlformats.org/officeDocument/2006/relationships" id="264" r:id="R52b4c845d5834938"/>
    <p:sldId xmlns:r="http://schemas.openxmlformats.org/officeDocument/2006/relationships" id="265" r:id="R45f3de5f1ccf41f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6ee810c5c243f8" /><Relationship Type="http://schemas.openxmlformats.org/officeDocument/2006/relationships/theme" Target="/ppt/theme/theme1.xml" Id="R0f5f5473a1ac451f" /><Relationship Type="http://schemas.openxmlformats.org/officeDocument/2006/relationships/notesMaster" Target="/ppt/notesMasters/notesMaster1.xml" Id="Rc989136c751c43ea" /><Relationship Type="http://schemas.openxmlformats.org/officeDocument/2006/relationships/presProps" Target="/ppt/presProps.xml" Id="R26e037b7212b41f2" /><Relationship Type="http://schemas.openxmlformats.org/officeDocument/2006/relationships/viewProps" Target="/ppt/viewProps.xml" Id="Rea1b3875697a4b90" /><Relationship Type="http://schemas.openxmlformats.org/officeDocument/2006/relationships/tableStyles" Target="/ppt/tableStyles.xml" Id="R8ad313dca3824726" /><Relationship Type="http://schemas.openxmlformats.org/officeDocument/2006/relationships/slide" Target="/ppt/slides/slide1.xml" Id="Rb94e47f575a04c3d" /><Relationship Type="http://schemas.openxmlformats.org/officeDocument/2006/relationships/slide" Target="/ppt/slides/slide2.xml" Id="R74d8c850b89640be" /><Relationship Type="http://schemas.openxmlformats.org/officeDocument/2006/relationships/slide" Target="/ppt/slides/slide3.xml" Id="Rd87b2610492b445f" /><Relationship Type="http://schemas.openxmlformats.org/officeDocument/2006/relationships/slide" Target="/ppt/slides/slide4.xml" Id="Re3a0cb5a87af4e0a" /><Relationship Type="http://schemas.openxmlformats.org/officeDocument/2006/relationships/slide" Target="/ppt/slides/slide5.xml" Id="Rae2c60e044104709" /><Relationship Type="http://schemas.openxmlformats.org/officeDocument/2006/relationships/slide" Target="/ppt/slides/slide6.xml" Id="Rf63530e4d0ad4780" /><Relationship Type="http://schemas.openxmlformats.org/officeDocument/2006/relationships/slide" Target="/ppt/slides/slide7.xml" Id="R12ce53cc39404bfa" /><Relationship Type="http://schemas.openxmlformats.org/officeDocument/2006/relationships/slide" Target="/ppt/slides/slide8.xml" Id="R187cd8d85c994681" /><Relationship Type="http://schemas.openxmlformats.org/officeDocument/2006/relationships/slide" Target="/ppt/slides/slide9.xml" Id="R52b4c845d5834938" /><Relationship Type="http://schemas.openxmlformats.org/officeDocument/2006/relationships/slide" Target="/ppt/slides/slide10.xml" Id="R45f3de5f1ccf41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ebd5666d62a40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6388be3e8f4d6d" /><Relationship Type="http://schemas.openxmlformats.org/officeDocument/2006/relationships/notesMaster" Target="/ppt/notesMasters/notesMaster1.xml" Id="R34e48cf806264d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4c0a2780a54f6e" /><Relationship Type="http://schemas.openxmlformats.org/officeDocument/2006/relationships/notesMaster" Target="/ppt/notesMasters/notesMaster1.xml" Id="R880deec1b0ae4b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fbb6c0293048aa" /><Relationship Type="http://schemas.openxmlformats.org/officeDocument/2006/relationships/notesMaster" Target="/ppt/notesMasters/notesMaster1.xml" Id="Rf608f56fed5d4b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87b839688a4224" /><Relationship Type="http://schemas.openxmlformats.org/officeDocument/2006/relationships/notesMaster" Target="/ppt/notesMasters/notesMaster1.xml" Id="Rcfc039b62e4d42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ee86cec61b4f93" /><Relationship Type="http://schemas.openxmlformats.org/officeDocument/2006/relationships/notesMaster" Target="/ppt/notesMasters/notesMaster1.xml" Id="R700d1cc82b3747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bfb40e92c347aa" /><Relationship Type="http://schemas.openxmlformats.org/officeDocument/2006/relationships/notesMaster" Target="/ppt/notesMasters/notesMaster1.xml" Id="R56675c0283d646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b6450402f643f9" /><Relationship Type="http://schemas.openxmlformats.org/officeDocument/2006/relationships/notesMaster" Target="/ppt/notesMasters/notesMaster1.xml" Id="R5d68e2b7f4af43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d035aa4bb8441c" /><Relationship Type="http://schemas.openxmlformats.org/officeDocument/2006/relationships/notesMaster" Target="/ppt/notesMasters/notesMaster1.xml" Id="R098ec3bc72ee45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351b273bc44403" /><Relationship Type="http://schemas.openxmlformats.org/officeDocument/2006/relationships/notesMaster" Target="/ppt/notesMasters/notesMaster1.xml" Id="R11c6c6123df848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e4d7390a1945b1" /><Relationship Type="http://schemas.openxmlformats.org/officeDocument/2006/relationships/notesMaster" Target="/ppt/notesMasters/notesMaster1.xml" Id="R552b604a176c46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9d59587b9340a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14e86acd22547bb" /><Relationship Type="http://schemas.openxmlformats.org/officeDocument/2006/relationships/slideLayout" Target="/ppt/slideLayouts/slideLayout2.xml" Id="Rf3713d7dec0741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713d7dec0741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1b36a7107c4032" /><Relationship Type="http://schemas.openxmlformats.org/officeDocument/2006/relationships/notesSlide" Target="/ppt/notesSlides/notesSlide1.xml" Id="R78e44f18c52541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0b888312f14a36" /><Relationship Type="http://schemas.openxmlformats.org/officeDocument/2006/relationships/notesSlide" Target="/ppt/notesSlides/notesSlide2.xml" Id="R9a28de6ef0b741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f2793964454cc5" /><Relationship Type="http://schemas.openxmlformats.org/officeDocument/2006/relationships/notesSlide" Target="/ppt/notesSlides/notesSlide3.xml" Id="Rf6f71fe4e2ab40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724115dab541dd" /><Relationship Type="http://schemas.openxmlformats.org/officeDocument/2006/relationships/notesSlide" Target="/ppt/notesSlides/notesSlide4.xml" Id="Rdbb1d80b8aca46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49743c3d4d4377" /><Relationship Type="http://schemas.openxmlformats.org/officeDocument/2006/relationships/notesSlide" Target="/ppt/notesSlides/notesSlide5.xml" Id="Rf395fdd4f6e94c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8a4d51601b45c5" /><Relationship Type="http://schemas.openxmlformats.org/officeDocument/2006/relationships/notesSlide" Target="/ppt/notesSlides/notesSlide6.xml" Id="Rf217a6672d9842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beb061ec464237" /><Relationship Type="http://schemas.openxmlformats.org/officeDocument/2006/relationships/notesSlide" Target="/ppt/notesSlides/notesSlide7.xml" Id="R8bc2913ebe094d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b4a87113f34182" /><Relationship Type="http://schemas.openxmlformats.org/officeDocument/2006/relationships/notesSlide" Target="/ppt/notesSlides/notesSlide8.xml" Id="R49c431f9451a4c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229f8151284934" /><Relationship Type="http://schemas.openxmlformats.org/officeDocument/2006/relationships/notesSlide" Target="/ppt/notesSlides/notesSlide9.xml" Id="Rfd0c7a28794745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f627ae8e274492" /><Relationship Type="http://schemas.openxmlformats.org/officeDocument/2006/relationships/notesSlide" Target="/ppt/notesSlides/notesSlide10.xml" Id="Rf7f24b9432ac4a0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D09D46-0B9E-4243-99C4-F7E45319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1ED6E-EA51-49B3-BDF6-4F73A8C5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DFDFD-60BE-4A7C-9CA7-B6780A00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7514E-F826-482F-B9B1-6A7F96A8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FC1EE-CE8D-4354-8470-CB463267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68380-BA4F-42FC-BAAC-09BF5943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25166A-0F11-42B4-B6D1-028FD493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6CBC13-81DB-40D3-9CFE-C22BDD1E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7CFF2E-6C2E-4F82-95F1-5E377846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5310F0-7060-4B61-BA7D-CAED20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3E1F4-35A3-4B63-BADC-03D37967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5D1B2-7149-47D5-BA79-235F8254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5875C-AA40-4978-993F-C22A3B94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92B62-F536-4E6E-97A4-6BA319C2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333BD-1323-4D2E-9CF9-D2182C61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21084-656F-4313-A3AD-D8F26252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2307C-8132-4FA8-B081-E0EF3CEC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F4821-C547-496C-86D2-1ADC293D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E2B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CAEB3-CA22-43F3-B806-B150A946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llama.cpp + Metal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7AD0EA-1555-4769-BEC0-32053DCF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923E0-7D65-48A1-B494-4BD6229A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2E809E-DBE0-4F34-9A80-94C8967E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714819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8126B4-C6BA-4C8C-9FFD-7B72B831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A74E6-0154-4C23-9167-099A212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12AA9B-0224-4814-9786-5F75112A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9F461-85E2-4627-A95D-A0EA7C71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5607A-1473-4FE6-B95B-7B0B0705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links fish and plants. ProteinLoop protects every output.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24D53-7C87-4B63-8814-0E007E1D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operational gap is making animal biomass, cross-species tradeoffs, and verified recovery immediately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66F36-1220-4E1C-99FA-B35FE5D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13DAE-275F-40A7-B5F8-2F26F128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Aquaponics 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15B99-B42F-4FD8-9BBF-44C41CE8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Aquatic animals and plants share one water loop. A chemistry failure can threaten both.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25CBD-6272-4BDC-8C2D-0273A232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E1A06-0EC1-4470-BD84-056CDFC8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4031C8-080D-4E3F-A9A0-DC18C8A2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4C0F7-D156-4672-BDAD-EBE57064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CC26C-AFAA-4B50-BF0A-04574204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51764-335A-44F9-A62D-15139104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clear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AA8A4-5CEE-45B8-BA7B-46DEF2AE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6D6C0-849D-4628-A802-F04E0CC4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061258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B86CB0-3C05-4EBB-AAAE-46CE067F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86D4D-2B74-4AFA-B377-7BA4F2A0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5013D-9836-4AD6-8A2A-E24F9699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B5A11-FB43-47C1-B4AD-83BD3DFA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41B9-C077-4510-80E4-12DF149D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9B93D-8206-4ED4-B826-945ED578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FB1CDD-883A-4DFB-9965-C0F6CD92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B83C7-6FF2-4671-8DE7-3DD85D09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B4AC52-82B1-478E-90D8-B2723111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3C4A8-8B2E-4CD8-9B65-9379DCF1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A95D1-FB9F-431C-8D3B-5AC91181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C835F-922F-40D2-A10E-812D4D33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079DF4-ABE9-4891-ABDC-FFB70FA9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36F4F9-8994-414D-A97A-AFEB1603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861518-F60D-4B5E-999E-438F5F0A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A051E-9838-48A9-9B5B-FAE8AB34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9E8758-E139-4208-BD47-DD452EF9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0330E4-4C95-4C2C-8A37-2C780890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86E89D-A75E-4101-951C-82DD7380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3C6E9-716E-4716-833B-1102353F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3EA840-3B8A-4788-9997-87CBA564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A692CE-84BE-4BAC-AA04-224CC106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3A54E-C797-43D9-A765-904189FF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0C9658-57AB-46B6-93D2-DA9C79EA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Balances feed, oxygen, water exchange, harvest, and risk across subsystem agents.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D78A40-70D2-4B86-A9AF-EE34DE8F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FB3507-9CD8-4A43-B25E-AE169D89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01419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77F2C9-92A0-46E9-BBF0-F420626D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40A47-DFFC-4487-A52D-713DA608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7CDC6-8FAE-44EA-B863-3B25F633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F26FF-DA4D-4099-A819-9F7FE993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BDD03-82D8-4A5F-B2C1-660BC469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4C4713-B6D0-4A78-B20F-4FF96A3A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05C42C-1ECB-4041-A89B-C1A87EA0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13E95B-7941-4412-B112-D26D488E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CF77E-88C0-4758-956C-E203DDF7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Four Gemma subagents report to a Sagents supervisor.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04356-D0AF-46CB-88E0-1BC7868F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C4A67F-BD42-454C-86B6-39F3824A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EFE26-9432-4F0F-9460-C9EBA51C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4D59C-4CF5-4BC6-BFFC-16C48982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9A023E-5FCC-49D8-8CD4-A54A64DB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87952-FB42-4532-B8E4-5C914B82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126A79-E1DF-4E9B-B377-FD6AF099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6D9FA6-EBD3-42CE-8523-58D344A3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227AB4-887A-440F-9469-C6E61570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505027-880C-4924-AD45-337A4FA8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55C13-0BE1-451D-B0EA-6B440597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until_tool_success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FAE396-B015-4CA7-9CCD-10B16BF5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1847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only on an accepted close_cycle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FDD4EC-CFBD-4C44-A486-63E9FC02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282610-30E9-4E82-BE32-105C3549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14F0F6-2014-4C6E-8792-08D4499F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FF1DC7-C807-4213-B618-D1EE21CB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6D8F9-7C04-4700-814B-843572C5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7226191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F1338-87CA-4F4F-A569-E7A1F5B0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5BDD9-AC9F-4FFD-A067-9617511B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AD91A3-D5A6-4004-A9A7-29416B87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810AD5-E237-4BFE-BD17-D269C541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1B2B7B-D5FE-4363-9FF1-A5313DD9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E102A-4673-47F9-9B56-8C1E9472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09788-4608-45D0-BE2E-6A41C3F1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77B8E-05A7-499B-92DE-017BC8A0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50EB3-80F9-40EF-88A0-753AE7C1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EA03D4-3253-4768-BCD4-9ADB3238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sim/API/evidence/deploy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71A29-403B-4F69-A96E-47B845B9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A8740-AF1B-4315-95F5-B6248A2D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83133-D03A-40FF-AB8F-E1355B70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119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E7828-7DB9-44B5-AE84-7A2B3066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Sagents + LiveView + HITL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A071B6-751E-41A4-AC62-80B8C7B4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6CF5D-031A-42D0-9389-0BF4D52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47A79E-2F95-4BC3-ACED-013A7270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03F68-3983-4B6E-9ACB-6DC4A2CC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221F27-0680-4C91-AA76-CFAA8723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5F1E51-6FCA-4223-A566-353E6E86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F29F4-536A-41D9-81D1-E2F0970C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C2C680-6574-45B3-B474-30E16784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5EB64-44A4-4918-B7C4-D7BCB5FB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50053F-3C1B-492A-B257-6B349A38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4CC53B-43E1-4606-86C6-085EBC1F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one-click verifier proof -&gt; see unsafe rejection and safe recovery -&gt; run the separate live Gemma mission -&gt; inspect close_cycle.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7B0DB9-C8DB-474F-9969-409DCB33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9AE982-DD76-4FCE-A023-391994D7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0763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BFF89-99D6-4FD8-AE3E-66D9A061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94145-7422-43DE-9F92-969C68D2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296D8-CA08-436A-A3D9-D2EABB83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FEE4C-A416-4969-B7D5-120AC970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08D33-5012-4E81-89C2-D68562F5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55076D-2EDE-428B-92A3-02ECCD62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6225B3-D1D1-4F34-A521-F4D6E51D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57520-9F80-4AD2-9B9C-F01CA5D6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FEF38-3B11-4900-AD50-F7DE6259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66435-7DF3-41E7-94F0-ED1167EB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5867E-CD4E-4640-BAF7-12F8DF21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CA4F3-21DF-405C-A916-67EE8FE2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297F5C-AAF5-4732-9E11-4015CD77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87169-D21B-472B-9293-AF00B28A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8D2B57-28CF-420D-98C7-C1F91D3E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E5EE30-CD20-4E03-82B6-8F781C90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316BEE-54A2-469E-A6C4-01FEAB97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006450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CE67E9-3448-416C-AF77-3B0FED9D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DC5A5-C5DC-4412-BE55-593067EA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6DAA12-84DE-4205-BBD3-57BE34FD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D51899-E077-4507-B785-F4B36A50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Self-healing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ABCB3-C561-41F0-91AC-6EAF9312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Real failover and real field radio have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B3F3F-5E8F-4B1B-AC16-F4C82455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Horde preserves managed agent state across owner loss; two physical nRF9151 DKs prove the DECT NR+ link.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6FE4F-3F6A-45D0-83A3-E40FA79D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571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19CDA-0A0A-4FF8-9FA7-E4F91663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proteinloop_web@web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12A31-2C08-406A-96BF-F6C7CF90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62250"/>
            <a:ext cx="2228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Initial owner persists the completed Gemma probe.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C6087-12A4-4A84-807B-C94AE365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stop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8D4E01-A952-426B-9FBB-A56F5EC7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86000"/>
            <a:ext cx="2571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73A08B-6B28-489E-9A34-C97DD79C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1935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Horde 0.10.0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31329E-5F6A-471A-B010-895FAA93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62250"/>
            <a:ext cx="2228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Participation membership transfers managed ownership.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44F21E-8775-4DB4-B98F-40BCC15A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6783CF-5A8C-4E9E-AEFC-42DB066C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8600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F6079B-827F-462A-BA35-AEF6AFFE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proteinloop_peer@peer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B97EF-5205-4487-A034-71A45E70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622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Survivor restores the same Sagents AgentServer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1B2C62-1E8A-4BB7-8752-5DFD166B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386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369840-E67D-4840-9FB4-01FE719F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Horde proof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080F9-47BF-4ACC-983F-FB238AD0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148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Identity, state token, and fingerprint stay unchanged; restore_count increases on the peer and both nodes rejoin.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6B807-DE26-407C-9597-62585045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386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08F05F-07DE-4AAC-94C1-774B1BEC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Physical DECT NR+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D19ACC-DFC4-4646-A94D-D7EBBF6C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FT 1051223739 and PT 1051239227 show matching sequences in both directions. Read-only capture; no flash/reset; simulated: false.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998196-2A50-4FEC-BFDC-32954558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5795DD-D81C-49FC-9676-4D7895AC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341222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79E3D4-54CE-48A3-A5F6-3F869399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2797E-7B67-4AEA-B9CC-E6F56B2B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68E27-AE05-4B66-B74C-EB3E742C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C6378-1852-49A8-BEE2-3E43F9E8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55D9F-CEE8-44A8-A1F6-29B01759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Human approval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752FA-F73E-4FD1-848A-1A3949C4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CF34F-1ACC-4946-9B23-9732FA5E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19B6D-135E-4A5D-BEB8-5E003B9B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159217-EDAA-4F97-93EC-A265F44E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Agent.resume executes the interrupted Sagents tool exactly once after producer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3AC2D-6F0F-4CA2-A641-155468DC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95E83-B9F7-4728-90F8-1BCE046E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Half / Reject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D18344-FD28-44F8-929D-70D0BD7F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Apply half is re-verified; rejection resumes with zero simulator mutation.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39FEFE-95D6-4434-B92F-B43539B0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83596-721F-469F-B6D9-E335224D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B2275-C2BB-4756-AD32-699DA298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Deterministic English emergency instructions remain available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79AFD-5A66-4007-AD07-A7DD8665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07A1A-1B26-4DAF-9912-FD37A864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049242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E18092-D764-4547-9037-EEBC0F6A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FD013-4B4D-4FC1-8A9A-27E50EA9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3FCF6-05BD-4F82-BD2E-E53824BA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C3359-D77F-44E3-A990-4BF4612B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runtime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3480E-A91C-4157-8F57-125DCE0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Local Gemma 4 already powers the real Sagents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FA3573-77A5-49C0-9794-EA4858FD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E2B proves the loop offline through the same portable GEMMA_ENDPOINT contract.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35FE6-9466-4CC1-B495-AF2D1CAB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98E3E-A13F-469C-B4F1-0FA20D2B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Sagents 0.9.0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811FB8-E597-4EF3-BAF8-7393A8CC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Five agents, custom safety mode, until_tool_success, and resumable HITL.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8C97D-990F-4348-AEF3-A6593542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7AC7D-EFEC-4987-8057-7E16119A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15D7B-09BE-44C0-BA41-5D35AFC0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80A99-52E9-4A65-9F9F-3B2A7D13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10FC47-F5CB-495E-9E17-56717AB1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E265B3-5430-490E-8D98-27D4B9AA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06CE81-FDF2-46F6-9ED6-ECCC6E19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llama.cpp + Metal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682C59-638A-4E09-833B-E9B625D1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The smallest Gemma 4 instruction model runs locally and offline after installation.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8A4B03-7F92-4830-A187-3BB97910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BC181F-F0FA-4885-A685-B8675123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E7D7F7-DAF9-4369-8C56-69941232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Local Gemma proposals cannot mutate state without passing deterministic simulator safety rules.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C35ACF-BD9A-42F6-B519-33A9DBD3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17102A-7916-4A0A-97B3-00E1C718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9655573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0F4B17-CD49-4C89-A5D9-7F1BB0EA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2BDDD-4BD5-4113-BF88-FF784674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F8E79-9533-41B0-842E-3859180D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57F3D-5C07-43C3-A208-198F09D0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573CB-9E5B-411F-A179-6AB79A79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D2196-DD1C-42EB-885C-813216A3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AEA53-117D-4B4D-A096-50756B7A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861D6-947B-4A7D-91C4-80EE92F6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82E01-D2F5-476A-86BE-A06A76BB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that need low-cost, resilient protein production.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CB26CE-C061-4B53-AE48-EC871685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C7D87-AF82-4E1F-8229-8EFA069B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E6B52-F9D5-4629-92C7-FD07BFC4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Real Sagents/Horde failover, physical DECT NR+ proof, physics verifier, RLVR scoring, resumable HITL, and offline Gemma 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06E168-93EC-45B5-88C9-F6057175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BFAE8E-CA89-4427-A5D9-6B32A4CF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1D0578-4E23-4074-BA84-F2EF5334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app, local Gemma E2B, five-agent loop, producer approval, and validated software plus hardware evidence packets.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CC787-3159-4801-B0CA-614BF993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5B6825-6901-4AF1-807C-F2B3E741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443F2-E7F7-41CF-BDF3-F15C86AB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283994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2026-07-10T20:59:26.4670000Z</dcterms:created>
  <dcterms:modified xsi:type="dcterms:W3CDTF">2026-07-10T20:59:26.4670000Z</dcterms:modified>
</coreProperties>
</file>