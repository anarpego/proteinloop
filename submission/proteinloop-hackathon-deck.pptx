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d0cd5831334656" /><Relationship Type="http://schemas.openxmlformats.org/officeDocument/2006/relationships/extended-properties" Target="/docProps/app.xml" Id="R11764d7995e54296" /><Relationship Type="http://schemas.openxmlformats.org/officeDocument/2006/relationships/officeDocument" Target="/ppt/presentation.xml" Id="R86ce4437b0654a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d0e0369d4844bd"/>
  </p:sldMasterIdLst>
  <p:notesMasterIdLst>
    <p:notesMasterId xmlns:r="http://schemas.openxmlformats.org/officeDocument/2006/relationships" r:id="R5a741055d00144a0"/>
  </p:notesMasterIdLst>
  <p:sldIdLst>
    <p:sldId xmlns:r="http://schemas.openxmlformats.org/officeDocument/2006/relationships" id="256" r:id="Rc38fa13d936b420d"/>
    <p:sldId xmlns:r="http://schemas.openxmlformats.org/officeDocument/2006/relationships" id="257" r:id="R4f0ccd1bcf774342"/>
    <p:sldId xmlns:r="http://schemas.openxmlformats.org/officeDocument/2006/relationships" id="258" r:id="R03954e9136994f51"/>
    <p:sldId xmlns:r="http://schemas.openxmlformats.org/officeDocument/2006/relationships" id="259" r:id="Re0028fe216f44706"/>
    <p:sldId xmlns:r="http://schemas.openxmlformats.org/officeDocument/2006/relationships" id="260" r:id="Redf9ccc7ca954a36"/>
    <p:sldId xmlns:r="http://schemas.openxmlformats.org/officeDocument/2006/relationships" id="261" r:id="R629fa57eff084c8c"/>
    <p:sldId xmlns:r="http://schemas.openxmlformats.org/officeDocument/2006/relationships" id="262" r:id="R521b112677004a43"/>
    <p:sldId xmlns:r="http://schemas.openxmlformats.org/officeDocument/2006/relationships" id="263" r:id="Re0e20465961e4e05"/>
    <p:sldId xmlns:r="http://schemas.openxmlformats.org/officeDocument/2006/relationships" id="264" r:id="Re6ece8f2e51d49dd"/>
    <p:sldId xmlns:r="http://schemas.openxmlformats.org/officeDocument/2006/relationships" id="265" r:id="R89ba160ecc9541c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d0e0369d4844bd" /><Relationship Type="http://schemas.openxmlformats.org/officeDocument/2006/relationships/theme" Target="/ppt/theme/theme1.xml" Id="R25218fd6169b47a0" /><Relationship Type="http://schemas.openxmlformats.org/officeDocument/2006/relationships/notesMaster" Target="/ppt/notesMasters/notesMaster1.xml" Id="R5a741055d00144a0" /><Relationship Type="http://schemas.openxmlformats.org/officeDocument/2006/relationships/presProps" Target="/ppt/presProps.xml" Id="R1e2572d2f348414c" /><Relationship Type="http://schemas.openxmlformats.org/officeDocument/2006/relationships/viewProps" Target="/ppt/viewProps.xml" Id="Rfa2c445929214722" /><Relationship Type="http://schemas.openxmlformats.org/officeDocument/2006/relationships/tableStyles" Target="/ppt/tableStyles.xml" Id="R990f8d786c8148a3" /><Relationship Type="http://schemas.openxmlformats.org/officeDocument/2006/relationships/slide" Target="/ppt/slides/slide1.xml" Id="Rc38fa13d936b420d" /><Relationship Type="http://schemas.openxmlformats.org/officeDocument/2006/relationships/slide" Target="/ppt/slides/slide2.xml" Id="R4f0ccd1bcf774342" /><Relationship Type="http://schemas.openxmlformats.org/officeDocument/2006/relationships/slide" Target="/ppt/slides/slide3.xml" Id="R03954e9136994f51" /><Relationship Type="http://schemas.openxmlformats.org/officeDocument/2006/relationships/slide" Target="/ppt/slides/slide4.xml" Id="Re0028fe216f44706" /><Relationship Type="http://schemas.openxmlformats.org/officeDocument/2006/relationships/slide" Target="/ppt/slides/slide5.xml" Id="Redf9ccc7ca954a36" /><Relationship Type="http://schemas.openxmlformats.org/officeDocument/2006/relationships/slide" Target="/ppt/slides/slide6.xml" Id="R629fa57eff084c8c" /><Relationship Type="http://schemas.openxmlformats.org/officeDocument/2006/relationships/slide" Target="/ppt/slides/slide7.xml" Id="R521b112677004a43" /><Relationship Type="http://schemas.openxmlformats.org/officeDocument/2006/relationships/slide" Target="/ppt/slides/slide8.xml" Id="Re0e20465961e4e05" /><Relationship Type="http://schemas.openxmlformats.org/officeDocument/2006/relationships/slide" Target="/ppt/slides/slide9.xml" Id="Re6ece8f2e51d49dd" /><Relationship Type="http://schemas.openxmlformats.org/officeDocument/2006/relationships/slide" Target="/ppt/slides/slide10.xml" Id="R89ba160ecc9541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b5f8522407145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948da680a248e7" /><Relationship Type="http://schemas.openxmlformats.org/officeDocument/2006/relationships/notesMaster" Target="/ppt/notesMasters/notesMaster1.xml" Id="R139e319f681e48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7f37403d79448d" /><Relationship Type="http://schemas.openxmlformats.org/officeDocument/2006/relationships/notesMaster" Target="/ppt/notesMasters/notesMaster1.xml" Id="Rc7ae60ad410048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46a4f5e3624663" /><Relationship Type="http://schemas.openxmlformats.org/officeDocument/2006/relationships/notesMaster" Target="/ppt/notesMasters/notesMaster1.xml" Id="R5afc8f057e094f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279e899c314e47" /><Relationship Type="http://schemas.openxmlformats.org/officeDocument/2006/relationships/notesMaster" Target="/ppt/notesMasters/notesMaster1.xml" Id="R22a8d888dab04e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8e6d12d52e4e52" /><Relationship Type="http://schemas.openxmlformats.org/officeDocument/2006/relationships/notesMaster" Target="/ppt/notesMasters/notesMaster1.xml" Id="R248273f9be3248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393ea6526b4094" /><Relationship Type="http://schemas.openxmlformats.org/officeDocument/2006/relationships/notesMaster" Target="/ppt/notesMasters/notesMaster1.xml" Id="R122f939f873348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4630ee88424ea7" /><Relationship Type="http://schemas.openxmlformats.org/officeDocument/2006/relationships/notesMaster" Target="/ppt/notesMasters/notesMaster1.xml" Id="Rb6cbaa3ad0324b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2f2bb4e3ac46cf" /><Relationship Type="http://schemas.openxmlformats.org/officeDocument/2006/relationships/notesMaster" Target="/ppt/notesMasters/notesMaster1.xml" Id="Ree8fc35dc38d47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54c27c4bb248d4" /><Relationship Type="http://schemas.openxmlformats.org/officeDocument/2006/relationships/notesMaster" Target="/ppt/notesMasters/notesMaster1.xml" Id="Rf306c0adbd9246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8f96c73e2440e2" /><Relationship Type="http://schemas.openxmlformats.org/officeDocument/2006/relationships/notesMaster" Target="/ppt/notesMasters/notesMaster1.xml" Id="R4254e71172954a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bd39ab6aba4cd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fee5c9c873d40d7" /><Relationship Type="http://schemas.openxmlformats.org/officeDocument/2006/relationships/slideLayout" Target="/ppt/slideLayouts/slideLayout2.xml" Id="R397fb345f3884a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7fb345f3884a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8555416e6341f5" /><Relationship Type="http://schemas.openxmlformats.org/officeDocument/2006/relationships/image" Target="/ppt/media/image.png" Id="R25ea035c4e754bce" /><Relationship Type="http://schemas.openxmlformats.org/officeDocument/2006/relationships/notesSlide" Target="/ppt/notesSlides/notesSlide1.xml" Id="Re30ead7b73f34c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362213ecc0472d" /><Relationship Type="http://schemas.openxmlformats.org/officeDocument/2006/relationships/notesSlide" Target="/ppt/notesSlides/notesSlide2.xml" Id="R5a3b1996cbef45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3bfa97db584497" /><Relationship Type="http://schemas.openxmlformats.org/officeDocument/2006/relationships/image" Target="/ppt/media/image2.png" Id="R77677536fc794330" /><Relationship Type="http://schemas.openxmlformats.org/officeDocument/2006/relationships/notesSlide" Target="/ppt/notesSlides/notesSlide3.xml" Id="R6efc8c3ac6414e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bd4e88d88c4a4f" /><Relationship Type="http://schemas.openxmlformats.org/officeDocument/2006/relationships/image" Target="/ppt/media/image3.png" Id="Rc77d563b98a84b9c" /><Relationship Type="http://schemas.openxmlformats.org/officeDocument/2006/relationships/notesSlide" Target="/ppt/notesSlides/notesSlide4.xml" Id="R0cc133307b484c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547d84995e40f1" /><Relationship Type="http://schemas.openxmlformats.org/officeDocument/2006/relationships/notesSlide" Target="/ppt/notesSlides/notesSlide5.xml" Id="R198eedba1bb84c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15a81c0a824ed6" /><Relationship Type="http://schemas.openxmlformats.org/officeDocument/2006/relationships/notesSlide" Target="/ppt/notesSlides/notesSlide6.xml" Id="R3d6bb48811f248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695b14c4274ff8" /><Relationship Type="http://schemas.openxmlformats.org/officeDocument/2006/relationships/notesSlide" Target="/ppt/notesSlides/notesSlide7.xml" Id="R83818c08bbfc44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ee845ce9f345ad" /><Relationship Type="http://schemas.openxmlformats.org/officeDocument/2006/relationships/notesSlide" Target="/ppt/notesSlides/notesSlide8.xml" Id="R92fc60bcfb8440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194591fa2a4ebd" /><Relationship Type="http://schemas.openxmlformats.org/officeDocument/2006/relationships/notesSlide" Target="/ppt/notesSlides/notesSlide9.xml" Id="R301c9cbda3d847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a0466a70244a43" /><Relationship Type="http://schemas.openxmlformats.org/officeDocument/2006/relationships/image" Target="/ppt/media/image4.png" Id="Re7a4857b756941a4" /><Relationship Type="http://schemas.openxmlformats.org/officeDocument/2006/relationships/notesSlide" Target="/ppt/notesSlides/notesSlide10.xml" Id="R9e3e50ce4b4a49f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ea035c4e754bc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99648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34DCFC-BAEF-4F90-9197-45E2CC91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C4319-EB9A-4DD9-A2FC-80DF0510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A8088-237D-4324-8DB4-F4E89E3B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CF1A7-9B53-4B30-AA72-6C7F6B51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66233-4F24-410A-9CB3-9552C266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LOOP, SHARED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73D9BA-7DA5-4600-84FE-99143514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90600"/>
            <a:ext cx="619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chemistry failure does not stop at the vegetables.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CB317-600A-4FBC-B19F-9819A9A6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and prawns breathe the water. Plants clean it. Duckweed stores feed. Eggs depend on what survives upstream.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E7AAB-2820-4E34-9702-2CAB921E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561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0">
            <a:solidFill>
              <a:srgbClr val="D948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270BCD-D437-4780-BB55-8CFEACFA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ammonia spike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3E8D8-9236-4881-97AD-59B8F08C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can threaten every protein output in the loop.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C53E3-F200-4920-B8AB-6C643DC3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8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ABD90-6ED1-4678-9A6E-57795F1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3049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B778E3-E716-4E00-A39F-9D0FF5AC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715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14.5 kg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EACF1D-1774-4990-B124-F23ACF49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240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+ prawn stock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8B56FE-67B1-4567-A329-9240FD87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860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15FA99-3EA2-45E6-83BB-886E9CAC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5.0 kg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6795D3-60DD-4D55-BE5D-3EE11AF5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plants cleaning water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7A7171-F3BA-464E-9BF2-CA991D13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2F3D41-615D-4460-A370-A02A8EC2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33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DE1662-8A85-4A55-8896-FE6EA460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downstream protein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ECBD84-5BD9-40AF-AD27-A846FA33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ProteinLoop measures the animal-protein outcome instead of treating it as a hidden side effect.</a:t>
            </a:r>
          </a:p>
        </p:txBody>
      </p:sp>
    </p:spTree>
    <p:extLst>
      <p:ext uri="{BB962C8B-B14F-4D97-AF65-F5344CB8AC3E}">
        <p14:creationId xmlns:p14="http://schemas.microsoft.com/office/powerpoint/2010/main" val="2331842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5120C9-25B7-4E2F-8FB0-0302DA48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E959A-165D-4193-8E36-527F2B5D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2992D-EA0D-4757-93B2-D83FE168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CDC91-7BB6-4C1C-92E9-4A771DC2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862AB-E870-4149-AF02-66B29403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living system people can understand in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EE830C-2A21-4886-9740-C36FA11A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430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deployed operator view connects animal behavior, plain-language chemistry, biomass, and action in one scene.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EC114-635F-4B84-931E-42225247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5380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DC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677536fc794330"/>
          <a:stretch xmlns:a="http://schemas.openxmlformats.org/drawingml/2006/main"/>
        </p:blipFill>
        <p:spPr>
          <a:xfrm xmlns:a="http://schemas.openxmlformats.org/drawingml/2006/main">
            <a:off x="1929822" y="1790700"/>
            <a:ext cx="8294256" cy="3848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D0DD0-E192-447F-AC8F-1355FD84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864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711C4F-F9E7-4E40-A50F-0873BEC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53125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SEE THE ANIMALS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F569C-1C1A-478E-860C-797DE2CC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886450"/>
            <a:ext cx="2247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7F6BD-53CE-433A-9B18-4919237F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9531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UNDERSTAND THE WATER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D148D-CEF9-4A07-B27E-42AE7D81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886450"/>
            <a:ext cx="196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F8AE3-B9FF-45C0-B7BA-3338CFA1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953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ACT WITH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5DB897-9FD0-43F2-88BE-31ED41C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Real deployed UI at proteinloop.dev-vb.lat; the tank is rendered live, not a looping video.</a:t>
            </a:r>
          </a:p>
        </p:txBody>
      </p:sp>
    </p:spTree>
    <p:extLst>
      <p:ext uri="{BB962C8B-B14F-4D97-AF65-F5344CB8AC3E}">
        <p14:creationId xmlns:p14="http://schemas.microsoft.com/office/powerpoint/2010/main" val="18033898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d563b98a84b9c"/>
          <a:srcRect xmlns:a="http://schemas.openxmlformats.org/drawingml/2006/main" l="0" t="5284" r="0" b="5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119EF-F446-467D-98D7-34FF900D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F27DC-2EF8-4147-AFBA-BE256A14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recovery is visible while it happens.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DB4368-0722-4453-8135-CA6D17FA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FD366C-3319-459F-B450-407E32BF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9EF9E-A938-4E15-B593-12F90ECD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D9227-687D-4923-8D42-51CF2F33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 specialists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B5366-2635-40A1-8BFB-BCAB545E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3DE82-E500-4021-9544-5D1D24E6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6B071-CAC7-4F5E-B78D-FBE2FA80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B962B-C42C-4F05-99FD-77BDEA75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2CE91A-8239-4100-B345-9A8332D2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AC1B1-57BB-4742-A32E-EC2F289F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28048B-4C09-4FC7-8EBE-FEDCF60C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Structured events and tool outcomes are visible; private model chain-of-thought is not presented as evidence.</a:t>
            </a:r>
          </a:p>
        </p:txBody>
      </p:sp>
    </p:spTree>
    <p:extLst>
      <p:ext uri="{BB962C8B-B14F-4D97-AF65-F5344CB8AC3E}">
        <p14:creationId xmlns:p14="http://schemas.microsoft.com/office/powerpoint/2010/main" val="14166403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E5FC3A-CAA2-43C1-9793-E681E5C8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6F25DF-0531-4C8E-803A-3C4D585B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580E41-20CF-4ECB-AE3D-21463515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4675A-2381-4B16-BFB1-5B719668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C8C45-1A5B-4418-BD2B-09BBBE7D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The model can recommend. It cannot mutate.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ED952-CE13-4973-9011-2757A72E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Authority moves left to right. Every connector ends at an explicit decision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74647-EA09-4CC8-A807-9652D526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2019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CF93F-3453-4F98-A175-3843333A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DC2345-A4F0-4761-8EF2-60571FA2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557DA-B9FB-4091-B2E4-6E23DF97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Gemma specialists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78257-1305-4C89-920D-C8E6398C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676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Fish, prawns, plants, and feed-loop briefs.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97931-8F14-46D4-891B-B3EAF7A3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204E9B-B080-4147-B1D3-272769D6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0FA06-8B02-4371-8745-5B439401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76450"/>
            <a:ext cx="18097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4E7B59-48B0-40CE-8818-7120DA74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DA9B13-F52B-4B6A-A4D5-C1672333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0F9A2-0A2A-4652-8B6B-74AC44C8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098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EF0B44-EB5E-40B7-86D9-211A2F28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33650"/>
            <a:ext cx="14668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One bounded proposal.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E50E9B-3E05-4150-8D25-56492493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6DAFBF-A416-4F47-9909-D4C7AE7E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BFAA0-5593-40A6-8E06-ED457449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8595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9B1768-F88D-4A79-B0E2-2E78B5E6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19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D5783E-337A-48E5-8949-79142434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3524D3-32D5-4C0E-8B72-82A1038E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193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Deterministic 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56BD96-CC16-4E46-AE53-F67DA242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981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Checks chemistry, feed, water exchange, reserve, and collapse rules.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AF7A46-EE83-4240-B18F-D6691DE8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741AA2-78B4-45BE-8A08-483A257F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20C8FD-E226-4323-AB4E-06E5BEF5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76450"/>
            <a:ext cx="2343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190EAB-5128-4078-9E22-87CAD828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9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D75E03-1405-41C3-8E0F-23DCCF68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8D90F8-FB55-49B4-987D-07E45C69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980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Simulator mutation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259A68-B121-4BA5-B431-1DB2700C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336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Only admitted actions change state.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748DFE-06BE-4AB5-B8E9-05F31E5A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95750"/>
            <a:ext cx="54864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52E50E-8739-4014-A4A5-32880165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UNSAFE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5BC898-511D-4253-9B97-3D726F57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29100"/>
            <a:ext cx="3600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Rejected before mutation and written to the RLVR trace.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8A254E-DBB9-4AD4-B195-35ADAC08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81400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DCE9E1-C41B-44EC-A513-385EAB90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20BA45-6034-4C7D-9942-DCCF8FDB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verify_ecosystem_safety is the only authority allowed to admit simulator mutation.</a:t>
            </a:r>
          </a:p>
        </p:txBody>
      </p:sp>
    </p:spTree>
    <p:extLst>
      <p:ext uri="{BB962C8B-B14F-4D97-AF65-F5344CB8AC3E}">
        <p14:creationId xmlns:p14="http://schemas.microsoft.com/office/powerpoint/2010/main" val="8800455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AA1E8F-09AE-48D1-B700-FD06F2B0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845786-755A-4D89-8871-C1A9765C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A83E8-B058-47FD-B8FE-D5DD6E5F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0940B-721F-424E-8F9A-A095E2B7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EXECUTABLE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63E26-7F9D-420F-83A7-66F7BA9D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Safety is demonstrated, not narrated.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36D92-DDB8-4AD6-9412-40618342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33500"/>
            <a:ext cx="752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The simulator is simultaneously the product demo, the policy evaluator, and the RLVR source of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EFE18-97FC-4430-ACB8-CCE0402B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3C7F2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63C7F2"/>
                </a:solidFill>
                <a:latin typeface="Aptos"/>
                <a:ea typeface="Aptos"/>
                <a:cs typeface="Aptos"/>
              </a:rPr>
              <a:t>199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E4F76-94B8-4B8C-AA0A-0FD0C94D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CFE2AC-1494-45EE-99C8-9A66D79C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simulator, verifier, API,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38EF40-88E3-4B5A-BC33-387C21E2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EDC35F-339A-45FB-8499-3964DCC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140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A59393-3AD1-413A-AC9A-C44AD922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CE1A1F-1039-48D2-BF8A-858AFBAE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Sagents, LiveView, producer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AC555C-A3CF-4291-8619-5853416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9A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782C09-8D33-426D-848A-F1B88D38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C94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2C94C"/>
                </a:solidFill>
                <a:latin typeface="Aptos"/>
                <a:ea typeface="Aptos"/>
                <a:cs typeface="Aptos"/>
              </a:rPr>
              <a:t>+463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8019E6-BD73-494A-9E07-9612798E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08BAF-49CC-4943-BC34-E2379244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verified policy versus naive average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2D9906-D38F-4A19-8518-F3DA6349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E2DB21-B9FE-4228-89A1-737A1214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8E5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8E5C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711183-4EC9-4141-972A-8CC8F77F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collapse 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8C8950-4D08-4F23-928B-389129A6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fixed baseline scenarios recovered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2B71F5-ECC6-4DD7-864F-F67618DA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E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A484DA-03E1-43EF-B27F-E5F84776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1076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315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BCD5D8-0DD7-4AE7-BAEC-A2F14B28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ONE-CLICK JUDGE PROOF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4E748D-0949-4DBA-844E-3B4FE7B6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Inject emergency  -&gt;  block unsafe proposal  -&gt;  admit safe recovery  -&gt;  inspect measured chemistry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3BEF97-A895-44B6-BAB0-BD85597A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Verified July 11, 2026: 199 Python and 140 Phoenix tests, zero failures.</a:t>
            </a:r>
          </a:p>
        </p:txBody>
      </p:sp>
    </p:spTree>
    <p:extLst>
      <p:ext uri="{BB962C8B-B14F-4D97-AF65-F5344CB8AC3E}">
        <p14:creationId xmlns:p14="http://schemas.microsoft.com/office/powerpoint/2010/main" val="157853426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6973C6-0991-4467-A063-00518F88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596D5-36E1-457C-8DB7-7D81357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3A770-E3CF-41FA-8E12-94193069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E93EC-52FB-48C4-B991-F963FC72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OFF-GRID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705DE-CEAB-4A99-A3D7-A9CA4D8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Keep the food-control loop local.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823AE-6672-40EF-A2E7-EFEB96E0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Three continuity layers separate transport, intelligence, and power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26139-A819-484D-B7C6-46F9A143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F63BA9-0398-411E-B2EB-301CB41B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Tank probes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55EA7-4A66-4828-ACCB-DB600ED8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next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0B0EF-B685-4718-91DF-1324275E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970D6C-5AD8-496D-B7B4-8B471F2D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37ACFE-7F38-4FD6-9EC0-1A88DB40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A2B0-DC0E-4696-ACB8-CE0C1CBA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tank radio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982CC-4BE3-4121-A360-12383360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6392F-C0CA-4F9E-B18F-ACA80D08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B51B5-001A-45D6-B2D5-D5281E75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AFD67-D108-4583-944D-47C30229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no Wi-Fi / SIM / cloud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1C439-E2F2-4A2A-BAE7-25F2C67B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16A40F-5614-4062-AE28-0D6DC831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3549D6-DB4F-4D55-85C2-4A98BFE6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73C04B-EC72-4B27-9622-1FF62F60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gateway radio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692A3D-0DA0-4479-A89C-F42ABD3A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34ED78-A10D-4024-9C68-C4195759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86000"/>
            <a:ext cx="1504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B8A911-2E0B-46F7-A610-07904FEC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4574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Edge computer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572584-94A6-41C1-8F0F-80255682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80035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Gemma + verifier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F134CC-3987-45CA-B800-727379D8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FBD082-7823-4009-884C-19098641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977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B098A-68A2-4A07-9D59-DC7F4A87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2E9FA7-7CF3-4F65-A4BD-022E8420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876CBC-83F5-4D45-A43F-39807064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2FB355-89FA-45BB-BF8E-F57C3EAE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903CFF-2909-4FF3-B5A2-6EB03BF1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D64BF-E8EA-4B7E-A2A1-3F92FD19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2997BA-798B-4BF9-8F0E-9FF77B2E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0F8DDE-37D2-4EBD-B79E-8EB70532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3CC83D-8528-4BD5-B7D5-78AD133D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3904F1-0F2F-4D45-95D5-005E5E5F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NO WI-FI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BB0CE5-0865-4A7B-923C-326FC67D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DECT NR+ carries the tank-to-gateway hop.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B5172C-14C9-4E49-91DB-4A689816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NO CLOUD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FEB6B3-6236-4274-9B31-75F9E83F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and deterministic rules remain local.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EC22F7-30B7-4F2D-BF75-601F372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GRID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B5DDA9-EFC5-4F5B-925B-FCF0FDA5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Solar + battery is the next measured autonomy proof.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01EECB-6AD3-4A7E-90EB-042D13A1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Physical chemistry acquisition and measured solar autonomy are future field proofs, not current claims.</a:t>
            </a:r>
          </a:p>
        </p:txBody>
      </p:sp>
    </p:spTree>
    <p:extLst>
      <p:ext uri="{BB962C8B-B14F-4D97-AF65-F5344CB8AC3E}">
        <p14:creationId xmlns:p14="http://schemas.microsoft.com/office/powerpoint/2010/main" val="80311821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4812B3-CF5E-4ED6-99F2-21FECA5D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19E04-A075-4CA1-8EEC-634B4E23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26649C-FDBF-4BA8-A6F1-C5B5D0C7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BF51F0-BC5A-4141-9DB2-B4F72326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PRODUCER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FC28D-FDCF-4153-901C-C359149B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571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Risky actions stop for a human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1D74D-E685-486C-B3ED-7E51A858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143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producer sees the proposed change, safety result, and current chemistry before choosing what happens next.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84A38-49EA-4F71-89A8-376F50B4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495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irreversible action</a:t>
            </a:r>
          </a:p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runs silently.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96512-1785-4260-B693-9CAE5998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12670-2C59-448D-8B5A-F2A36386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276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02B357-26B6-4124-9A09-979FB037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57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Execute the verified proposal exactly once.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E40A6-AE28-466A-B159-7EFA9EB9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6AB13F-0C5A-445A-A585-D94D933A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APPLY HALF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A2518E-1E97-4437-9919-AA9F4FE8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908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Reduce the action, then verify the edited amount again.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1CCA6-6466-486E-B9E1-0054191D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CBCA1-29D4-4A20-B7D0-550EB23A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43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REJECT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C5BF6-8D75-4F8F-829E-E5D2B6D3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Resume the workflow with zero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E59470-ABCF-458D-8ABA-6CBA08C9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F4387B-6158-4512-ACEA-7AF7EEA5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6E82DD-81C4-4F20-8AD5-71805D75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Producer decisions are replaced in place by a receipt containing mutation status, chemistry, and verifier reward.</a:t>
            </a:r>
          </a:p>
        </p:txBody>
      </p:sp>
    </p:spTree>
    <p:extLst>
      <p:ext uri="{BB962C8B-B14F-4D97-AF65-F5344CB8AC3E}">
        <p14:creationId xmlns:p14="http://schemas.microsoft.com/office/powerpoint/2010/main" val="110481263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F91548-0FD4-4EC7-BB49-6DAD2913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EE3D6-D202-4308-A956-6CBE503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48B41-A609-48FA-BFF9-8E3972E0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B5845-FE0A-4B27-BF9D-DAF79839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AMD GEMMA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F1837-829B-46E9-8284-F4814420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AMD-hosted Gemma. Measured product outcomes.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96656-4E38-4508-A141-41790932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Gemma explores recovery options; ecosystem rules decide what can touch the tank.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9AD02A-C843-4E25-8C51-F2E6C991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CAPTURED AMD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16CEBD-AA38-412E-B6EF-8B37B6EC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27886-C591-46C3-9A96-38F49F7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Gemma 4 E2B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DC99E-52DD-4607-A138-5225DBCA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CCAA9C-DDAD-41E3-8B05-AEB647CE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ROCm 7.2.53211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CA0BCB-EB46-4A59-8FF2-6B5E2797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9FC53-5061-4022-9E2A-B43EFF32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vLLM 0.20.2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6B72F3-4EEE-44A0-A1C3-D15495E5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66DE89-F34E-4027-975F-BA85A120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gfx1100 · 47.98 GiB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6534AB-A7C5-4C57-9ACF-34131E3D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8A9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8A999"/>
                </a:solidFill>
                <a:latin typeface="Aptos"/>
                <a:ea typeface="Aptos"/>
                <a:cs typeface="Aptos"/>
              </a:rPr>
              <a:t>SELECTED GEMMA RECOVERY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B460D1-4328-4BD8-9084-3E67377C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8A9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E5D8D8-A319-40CF-98E8-616E32AF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4795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+69.3611 reward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6158B-21ED-49DC-975B-AB10D022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2A5C74-D782-4C2F-8BF8-17532B51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7660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ammonia 2.4 → 0.85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C46322-F39C-4B42-9F55-50DADABC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D2401-1CD1-45D3-88B1-1E68468E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7665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oxygen 4.8 → 5.5058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FA391-DFA5-4BE2-B625-B15578DC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198EB4-40F1-499E-92C8-F2B79FE7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07670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unsafe control rejected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508757-C820-4E15-8725-68D10DC0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5-EMERGENCY AUDIT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E3A4F8-42DB-4194-9CE8-21D4399B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7462E-6905-4257-8E04-62C9BED0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4795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20% → 100% safe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3FB59C-0271-4476-90C9-2D779955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EB0DF6-E88C-4921-8057-4D8DFFE8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7660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30 Gemma plans tested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9104F9-2EB0-4FF8-8701-2F17AF1D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5FB29C-AA27-4194-84D5-CDB58E18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7665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4 first-answer rescues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F301B3-CEF7-47E4-BC07-55B2614A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884228-043C-44D2-9142-6DFC0ABE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76700"/>
            <a:ext cx="2571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3 explicit fallbacks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9FEC93-D3DE-40EC-80C7-D1FD0743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24450"/>
            <a:ext cx="10915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103.1 kg aggregate fish + prawn biomass protected across the audit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84D48B-DDE5-4BE7-A961-F1271A85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Captured AMD experiment; the durable public URL remains on its private 8 GB host and CPU fallback.</a:t>
            </a:r>
          </a:p>
        </p:txBody>
      </p:sp>
    </p:spTree>
    <p:extLst>
      <p:ext uri="{BB962C8B-B14F-4D97-AF65-F5344CB8AC3E}">
        <p14:creationId xmlns:p14="http://schemas.microsoft.com/office/powerpoint/2010/main" val="11578709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EBCF83-C4EE-488C-8CFB-99ED86B9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988E6-82AF-44A9-AE9C-53B3430E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2765B-4E91-4E02-8B58-7708E201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0C8B8-8531-4AD4-BECD-EC66C052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4857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Protect protein production where connectivity cannot be assumed.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15E93-D942-47F2-9A64-54BD3077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4667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 verifier-gated, producer-controlled platform for rural farms, cooperatives, and food-security programs.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ED0734-7F0E-4D7B-841C-B7D41CDC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862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A2257-1E82-4134-817C-895F4936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PRIVATE FIELD LINK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41A3F-4FC3-4D3E-A08E-B8D8977E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57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Two physical nRF9151 radios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A83C62-C024-4549-964A-DDB78F80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87832-53DD-4A98-A91C-F9DC2DC7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LOCAL INTELLIGENCE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6FA4C-6DB4-4DBB-8053-FE7207F2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C0AB7-0E35-4B10-94BD-79F028E1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82D44-D1B1-4D8E-85D7-056D2A70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76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EXECUTABLE 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F25B7C-62E6-4EA0-941E-2C03279A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768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Deterministic verifier + RLVR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1CB4D-7360-4EA3-8203-CBB9408B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476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proteinloop.dev-vb.lat  |  Best Unicorn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8F718-956A-4D1A-B5F2-519B1328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4857b756941a4"/>
          <a:srcRect xmlns:a="http://schemas.openxmlformats.org/drawingml/2006/main" l="20736" t="0" r="207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20E90A-6C28-421B-81DA-2643DCBB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24550"/>
            <a:ext cx="638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58E484-D9D4-4A46-B7B5-A0016E60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153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</p:spTree>
    <p:extLst>
      <p:ext uri="{BB962C8B-B14F-4D97-AF65-F5344CB8AC3E}">
        <p14:creationId xmlns:p14="http://schemas.microsoft.com/office/powerpoint/2010/main" val="17459422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2026-07-12T00:13:05.8660000Z</dcterms:created>
  <dcterms:modified xsi:type="dcterms:W3CDTF">2026-07-12T00:13:05.8660000Z</dcterms:modified>
</coreProperties>
</file>