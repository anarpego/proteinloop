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053f661f4d4ced" /><Relationship Type="http://schemas.openxmlformats.org/officeDocument/2006/relationships/extended-properties" Target="/docProps/app.xml" Id="R7b2333fd47fc41a7" /><Relationship Type="http://schemas.openxmlformats.org/officeDocument/2006/relationships/officeDocument" Target="/ppt/presentation.xml" Id="R80c6e5d403744a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f6c7084f645ff"/>
  </p:sldMasterIdLst>
  <p:notesMasterIdLst>
    <p:notesMasterId xmlns:r="http://schemas.openxmlformats.org/officeDocument/2006/relationships" r:id="R33d9de035e314c9e"/>
  </p:notesMasterIdLst>
  <p:sldIdLst>
    <p:sldId xmlns:r="http://schemas.openxmlformats.org/officeDocument/2006/relationships" id="256" r:id="R2d5fde3b903e4b9e"/>
    <p:sldId xmlns:r="http://schemas.openxmlformats.org/officeDocument/2006/relationships" id="257" r:id="R1217456440cd4cdc"/>
    <p:sldId xmlns:r="http://schemas.openxmlformats.org/officeDocument/2006/relationships" id="258" r:id="R52e9c284bcc843be"/>
    <p:sldId xmlns:r="http://schemas.openxmlformats.org/officeDocument/2006/relationships" id="259" r:id="R63ec9cc3300d48d9"/>
    <p:sldId xmlns:r="http://schemas.openxmlformats.org/officeDocument/2006/relationships" id="260" r:id="Ra97d5b35afbe4564"/>
    <p:sldId xmlns:r="http://schemas.openxmlformats.org/officeDocument/2006/relationships" id="261" r:id="R09ade37bb27f40e8"/>
    <p:sldId xmlns:r="http://schemas.openxmlformats.org/officeDocument/2006/relationships" id="262" r:id="R7267e5ed5e0d4454"/>
    <p:sldId xmlns:r="http://schemas.openxmlformats.org/officeDocument/2006/relationships" id="263" r:id="Raa758599d80f48d7"/>
    <p:sldId xmlns:r="http://schemas.openxmlformats.org/officeDocument/2006/relationships" id="264" r:id="R2555772b043c4628"/>
    <p:sldId xmlns:r="http://schemas.openxmlformats.org/officeDocument/2006/relationships" id="265" r:id="Rb174eacc635f40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3f6c7084f645ff" /><Relationship Type="http://schemas.openxmlformats.org/officeDocument/2006/relationships/theme" Target="/ppt/theme/theme1.xml" Id="Rdc926dbfa24e4c68" /><Relationship Type="http://schemas.openxmlformats.org/officeDocument/2006/relationships/notesMaster" Target="/ppt/notesMasters/notesMaster1.xml" Id="R33d9de035e314c9e" /><Relationship Type="http://schemas.openxmlformats.org/officeDocument/2006/relationships/presProps" Target="/ppt/presProps.xml" Id="Rcea79cf227d5499e" /><Relationship Type="http://schemas.openxmlformats.org/officeDocument/2006/relationships/viewProps" Target="/ppt/viewProps.xml" Id="R06b5458de3d94d17" /><Relationship Type="http://schemas.openxmlformats.org/officeDocument/2006/relationships/tableStyles" Target="/ppt/tableStyles.xml" Id="R9afa59d5ce91450f" /><Relationship Type="http://schemas.openxmlformats.org/officeDocument/2006/relationships/slide" Target="/ppt/slides/slide1.xml" Id="R2d5fde3b903e4b9e" /><Relationship Type="http://schemas.openxmlformats.org/officeDocument/2006/relationships/slide" Target="/ppt/slides/slide2.xml" Id="R1217456440cd4cdc" /><Relationship Type="http://schemas.openxmlformats.org/officeDocument/2006/relationships/slide" Target="/ppt/slides/slide3.xml" Id="R52e9c284bcc843be" /><Relationship Type="http://schemas.openxmlformats.org/officeDocument/2006/relationships/slide" Target="/ppt/slides/slide4.xml" Id="R63ec9cc3300d48d9" /><Relationship Type="http://schemas.openxmlformats.org/officeDocument/2006/relationships/slide" Target="/ppt/slides/slide5.xml" Id="Ra97d5b35afbe4564" /><Relationship Type="http://schemas.openxmlformats.org/officeDocument/2006/relationships/slide" Target="/ppt/slides/slide6.xml" Id="R09ade37bb27f40e8" /><Relationship Type="http://schemas.openxmlformats.org/officeDocument/2006/relationships/slide" Target="/ppt/slides/slide7.xml" Id="R7267e5ed5e0d4454" /><Relationship Type="http://schemas.openxmlformats.org/officeDocument/2006/relationships/slide" Target="/ppt/slides/slide8.xml" Id="Raa758599d80f48d7" /><Relationship Type="http://schemas.openxmlformats.org/officeDocument/2006/relationships/slide" Target="/ppt/slides/slide9.xml" Id="R2555772b043c4628" /><Relationship Type="http://schemas.openxmlformats.org/officeDocument/2006/relationships/slide" Target="/ppt/slides/slide10.xml" Id="Rb174eacc635f40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09e6af12b9940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4e57069ae8470c" /><Relationship Type="http://schemas.openxmlformats.org/officeDocument/2006/relationships/notesMaster" Target="/ppt/notesMasters/notesMaster1.xml" Id="R52a080ac1ccc48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978c089d80463d" /><Relationship Type="http://schemas.openxmlformats.org/officeDocument/2006/relationships/notesMaster" Target="/ppt/notesMasters/notesMaster1.xml" Id="R5c0c5a9f136446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b7c0ee878447e4" /><Relationship Type="http://schemas.openxmlformats.org/officeDocument/2006/relationships/notesMaster" Target="/ppt/notesMasters/notesMaster1.xml" Id="Rc95703c73eb74f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d868357c4e401a" /><Relationship Type="http://schemas.openxmlformats.org/officeDocument/2006/relationships/notesMaster" Target="/ppt/notesMasters/notesMaster1.xml" Id="R85764a653cf044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c3999617c544bd" /><Relationship Type="http://schemas.openxmlformats.org/officeDocument/2006/relationships/notesMaster" Target="/ppt/notesMasters/notesMaster1.xml" Id="R4b99bec177564a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511fa18d1049c4" /><Relationship Type="http://schemas.openxmlformats.org/officeDocument/2006/relationships/notesMaster" Target="/ppt/notesMasters/notesMaster1.xml" Id="R7e5670e69c1e4c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ed8996bc3a4533" /><Relationship Type="http://schemas.openxmlformats.org/officeDocument/2006/relationships/notesMaster" Target="/ppt/notesMasters/notesMaster1.xml" Id="R2cb01dbf6d3441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6b4975cb08424b" /><Relationship Type="http://schemas.openxmlformats.org/officeDocument/2006/relationships/notesMaster" Target="/ppt/notesMasters/notesMaster1.xml" Id="R74f665c0b1e443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b67eeae80a48f4" /><Relationship Type="http://schemas.openxmlformats.org/officeDocument/2006/relationships/notesMaster" Target="/ppt/notesMasters/notesMaster1.xml" Id="Raf55cd78e01b49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344b51e8804012" /><Relationship Type="http://schemas.openxmlformats.org/officeDocument/2006/relationships/notesMaster" Target="/ppt/notesMasters/notesMaster1.xml" Id="Rad8583665dee40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3d84c94dc547f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a076c67bd194077" /><Relationship Type="http://schemas.openxmlformats.org/officeDocument/2006/relationships/slideLayout" Target="/ppt/slideLayouts/slideLayout2.xml" Id="R00e0bb4ca6194f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e0bb4ca6194f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730af1c698456a" /><Relationship Type="http://schemas.openxmlformats.org/officeDocument/2006/relationships/image" Target="/ppt/media/image.png" Id="Rc3fd1e277b624bf0" /><Relationship Type="http://schemas.openxmlformats.org/officeDocument/2006/relationships/notesSlide" Target="/ppt/notesSlides/notesSlide1.xml" Id="R273a5c0f459e44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73a04e2e014d93" /><Relationship Type="http://schemas.openxmlformats.org/officeDocument/2006/relationships/notesSlide" Target="/ppt/notesSlides/notesSlide2.xml" Id="Ra04a1701696541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9b4e329f20468a" /><Relationship Type="http://schemas.openxmlformats.org/officeDocument/2006/relationships/image" Target="/ppt/media/image2.png" Id="Rf28d854083944c6e" /><Relationship Type="http://schemas.openxmlformats.org/officeDocument/2006/relationships/notesSlide" Target="/ppt/notesSlides/notesSlide3.xml" Id="R3002321658664a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e29324650e4a77" /><Relationship Type="http://schemas.openxmlformats.org/officeDocument/2006/relationships/image" Target="/ppt/media/image3.png" Id="Ra62a33d844074f7d" /><Relationship Type="http://schemas.openxmlformats.org/officeDocument/2006/relationships/notesSlide" Target="/ppt/notesSlides/notesSlide4.xml" Id="Rc8ce4cf21e254d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c4d43074b642a7" /><Relationship Type="http://schemas.openxmlformats.org/officeDocument/2006/relationships/notesSlide" Target="/ppt/notesSlides/notesSlide5.xml" Id="R7cb5fd6f037741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7da1fd714c443b" /><Relationship Type="http://schemas.openxmlformats.org/officeDocument/2006/relationships/notesSlide" Target="/ppt/notesSlides/notesSlide6.xml" Id="R745eea43069949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a64b52fcfb402e" /><Relationship Type="http://schemas.openxmlformats.org/officeDocument/2006/relationships/notesSlide" Target="/ppt/notesSlides/notesSlide7.xml" Id="R9081ec154a9943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625e34857a47e7" /><Relationship Type="http://schemas.openxmlformats.org/officeDocument/2006/relationships/notesSlide" Target="/ppt/notesSlides/notesSlide8.xml" Id="R09d28a1a02f049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1bd4efe2824ef7" /><Relationship Type="http://schemas.openxmlformats.org/officeDocument/2006/relationships/notesSlide" Target="/ppt/notesSlides/notesSlide9.xml" Id="R686cf5a123f744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7ea777efb741c0" /><Relationship Type="http://schemas.openxmlformats.org/officeDocument/2006/relationships/image" Target="/ppt/media/image4.png" Id="R047f7ab835c44ae8" /><Relationship Type="http://schemas.openxmlformats.org/officeDocument/2006/relationships/notesSlide" Target="/ppt/notesSlides/notesSlide10.xml" Id="Re0028affe8d341d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d1e277b624b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558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1511E8-C410-4BCF-A050-9C46C16F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3694E-1D65-4E0C-A12A-0F1A9AC1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83E4D-D2F1-4A85-8291-A8D1F354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76CD1-5E06-4A92-9A07-A4D42506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D77A7-7DF8-43C1-A283-CCF0CD87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40314-ED05-4935-9E46-3569075A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4230F-378B-468A-BD3C-6921BE82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3D923-B0E2-4B43-88B8-2927D4B8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FBF0E-7B08-478C-B24C-549BEA1F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BCAD3-B463-4C67-8C25-08C2D9CD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AAB18-DEF8-4AEF-8E5C-7BD4CAB8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4B2EA4-5A57-4548-943A-FDEA038E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C659B5-7870-45CB-BBDD-BE9C7863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1D58C-345D-480A-9D77-04F93632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1916C0-BE72-4859-B42B-7022306F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2ACDD-6E8D-4C4C-BF5B-856F72B3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4ABA7-27B9-4698-BCC7-7416BD6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CF040A-1411-429D-B731-A26909BC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D383E-9ABC-4507-8C2A-ACB14AED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4918B7-414B-450E-8108-664E46FB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81894-8C7D-469E-88AD-473520D0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16879805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D80376-A7B3-46C8-A08B-54FA62D8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590E2-9548-4E0E-A0DF-916137E9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058A6-8F15-4AAD-8BE6-A54ED148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D06F6-5177-4D5D-9F9C-08931FEB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6145D-6A78-4352-8CCA-AF6F8E4A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53A3D-DDB4-4F43-A19B-6481900E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900D0-D694-4760-982F-0BCF1510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d854083944c6e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FDF3D-FD7A-478E-8641-1A4581DB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600DC-7C08-48C0-BC25-B46FD746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963BA-198B-4BF6-AF07-EAFDBC4C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82E377-7D42-412F-98D2-5D380D13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A609F-FBB1-4B34-9185-77A75F49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67151-0B91-400B-9AC5-374A6A32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5E77A-99FF-40C9-8CEA-F75DA21A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5321428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a33d844074f7d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D8D36-5466-48B0-8603-E08375E0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632BC-C08C-4392-92FF-E07AB414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E5D42-8A00-4608-B16D-9EA8FE87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F6B6D-5EE2-41AD-A125-3DD7B881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A1DC1-A4ED-4FDF-9A5D-DF660221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FF977-127F-40C6-8F69-039356A7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4BD5A-F251-4BFD-8CA0-A1E0FC33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B77F1-8D91-44C3-9684-4301DC76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EB1596-E802-4E13-A787-93534A9B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BFD62-31A8-4B33-A036-3B35E36F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07C47-F1B3-401E-BD30-9C26704D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CF037-979A-411F-98E4-59A4B023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5AE9A-AFC9-40BA-8537-52BDEB2D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6263615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79E2E3-2697-4103-B169-C95095E0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6B61D-0DB0-4F74-9C5E-DF902F11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AB26A-8BAA-4E84-AA30-AEDB49AA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C8D15-9C46-4C13-93A0-198CFE9C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878C-10AE-4EEE-884B-7B4F4B06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54DE8-42A9-4880-AA87-9533D32B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F34D0-B978-47D9-BAFC-4EF038C8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19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09625-1106-44AA-AC82-B0B22EBD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EE26E-F589-4461-9E7F-F4D658EF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0BD67E-0E69-4DE5-B145-71928A7E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A262D3-47FE-48D9-BDAA-881A9663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676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D3B7B-15C5-428D-87C4-E6619620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F11D6-16FA-41BD-B1BA-5A77E953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46B25-1C8A-4CFA-8662-DCE0F8CC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76450"/>
            <a:ext cx="1809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E52D0-B783-4078-A664-8C6E3AC2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CC657-68A5-464D-80A0-69C4ED0E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8924E-D67C-4B34-9815-0575D458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098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A7F09E-F96D-49C4-A4C4-9EC7008E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33650"/>
            <a:ext cx="1466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6B5157-AAF2-49C1-A84F-F87C6CCF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C03A3-C535-4902-826D-DD097E56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73C41-1BD5-466A-B883-19A8031D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8595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547DE-B7EA-4C42-AB2B-5E46371D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19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700CF6-A9BB-451D-A29A-5B521F7B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ECC1A7-53B0-49BD-B66F-07815446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9F09B-4F60-42B1-8A99-F90E8F97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981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6DEDB9-210F-4833-BBD7-37DF4FAE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E7EB9-2244-4E37-A75A-081BC890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D5AD6B-A7E7-4239-BB90-437CC3F0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43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E45B1C-EC58-4417-8EF8-AA467584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2389C9-6D92-44B1-869E-9AEB3DC7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750D74-0475-44BF-9CD8-BBD6DAB8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90ED6D-8959-4DAE-9E76-9A1B083B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change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CC5CC2-186F-4297-912F-F2A03EE0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95750"/>
            <a:ext cx="54864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03A372-B991-40CE-AD35-A537F46C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UNSAFE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D242D8-5A46-4C37-81F9-B35461F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29100"/>
            <a:ext cx="360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mutation and written to the RLVR trace.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693B90-86D0-42B9-BF44-6AFAAEF2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BBC15C-5F12-4580-A4A3-08D8B7AC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99EE0B-4A42-43AD-9703-906FC26C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17796870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CC403C-6690-4046-B35E-AC477727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39E8F-7D6A-4BE9-84D6-1D5768B2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135FE-C439-4345-9BC7-44057A66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6485E-431F-40F0-8D1C-672E1CCE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997BE-2C60-45DC-933B-7D331D97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9BF82-BBE3-4812-B3AB-339AB984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19FF7-8FAD-473A-B81F-EA793462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220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79ED1-5CD4-4118-ACF7-10F36F74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EE97F-FAED-45E2-965D-6A0D511C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31E30-E03F-46B7-9A0D-EBB92DC3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DDA6AF-56AB-4535-A436-36EA06E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602AD-D1C7-47C5-BEF3-D0286728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383966-8DC7-4ECE-8B57-E2B15027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D8D87-46EF-454D-B3DA-0C2BEBF8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AE7B13-B146-49F0-81F7-55330D2C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4AD9D-9AD6-4E74-83A1-D41E7976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6C31A1-87F1-4516-A11F-F39E9B33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915C1-CEE6-44C1-AC6B-702605E0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A379E1-FDB4-4950-9C3A-C76ECFCD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F928E6-C199-42E2-981D-0688C2C4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16F66-C3CD-4EEB-B324-61E0F9A0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0AAAB9-2A5A-4FC0-BAAF-8AB2757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9B739-2664-4B46-980C-E06AFA40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3FB0D2-CB1A-4B77-81D5-7966BC9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5AB74E-0684-4DD8-8DBA-5EB82E09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DC9B3C-3B02-4213-A69E-36D318D9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12, 2026: 220 Python and 141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6565494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8901A4-ED0B-4D8F-A7A3-EF301CB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34214-1A2C-4A22-87B2-67ED5A72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D7A4F-F9D4-402E-871D-4F8F9C6D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0026D-39B2-4466-8EE6-B3208F3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52607-FD95-4E5D-B284-BCD32D21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Keep the food-control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01929-46BA-4DB4-BCF9-98A329A9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Three continuity layers separate transport, intelligence, and power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4E37B-BF00-4F7F-B203-B6AD17EE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7C0BF-E384-4225-83E6-92C8BBF0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Tank probes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C0A48-9ED4-4FC1-9E1B-7884C301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next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4DA0C-A691-478A-A259-3F4E7275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5618F0-D75B-45B0-B2C6-C68A711A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86729-16E4-4F4C-926B-1A8E928F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E3C6F-AE08-4EDB-B403-A7CCEEBA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tank radio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D8D851-C7C5-47A4-8C14-4AF1EB7C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E2ED1-C320-404D-A87C-41E99304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A60C17-3443-432B-8188-10507B2F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F3AF98-FB92-4446-93F2-4D740AD4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no Wi-Fi / SIM /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E818A-0E1B-4F74-9C1D-A56A0A6E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6E8A8D-D2AD-4D73-89F2-12C01CB9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786AE3-E3E2-4854-922E-24AF5680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81490C-4E6E-4548-889B-A0E1A8E4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gateway radio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9AB391-56D8-4AD1-9229-4A9EACB9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B4101-6A5F-454B-BB56-613B4CA4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86000"/>
            <a:ext cx="1504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0CCC77-5CA3-42AC-A569-D9260623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57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Edge computer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D67EF-913B-4AEF-9019-7C4ED9CC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+ verifier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CA86CF-7459-4A0A-A53B-3AE7BBB0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E9A309-95C2-4CA5-B3C1-B66043ED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BE0E82-CDA7-4899-B818-09B13D02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F3F164-BFEC-4679-BE41-A257835B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88F893-F06F-427B-9C2C-CF6FCC67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CCE568-70E3-476B-98CF-E24F5EEF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23DAD4-B436-46F6-9D42-4276B05D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D6959E-AB1F-4E48-801A-6D721BC0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122E6B-E207-4214-BECC-95248B0B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7E2CA3-0497-4BDB-AE3D-ADA4F8B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B46A31-3867-4AE4-9D60-A084BD8E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92570C-7A35-4B48-B3AF-B1A02619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NO WI-FI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C077F7-FF8D-4BCB-AA4E-ACF84557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DECT NR+ carries the tank-to-gateway hop.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CD0834-A4AB-4C5E-8C9F-6D633390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CLOUD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C46E25-F9AC-4AB7-8567-223DF351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and deterministic rules remain local.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ACF0F6-0E69-4866-87B2-094CED19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GRID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D712B0-5BAC-4B81-BCFC-E650B81A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Solar + battery is the next measured autonomy proof.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61C0E0-3855-47E2-992C-84F67D36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Physical chemistry acquisition and measured solar autonomy are future field proofs, not current claims.</a:t>
            </a:r>
          </a:p>
        </p:txBody>
      </p:sp>
    </p:spTree>
    <p:extLst>
      <p:ext uri="{BB962C8B-B14F-4D97-AF65-F5344CB8AC3E}">
        <p14:creationId xmlns:p14="http://schemas.microsoft.com/office/powerpoint/2010/main" val="139314668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AB8250-1608-41C9-B909-A1F0D806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8A72C8-CBD8-42F0-853F-B701565F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347FA1-7179-4D05-ADAE-0245622F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E8AFF-CA8E-4810-B735-BAA1674B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AF9E4-84F2-44E5-A09A-A59618C9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2072C-20C5-4648-8F61-6B92046E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62D82-257E-4731-9C78-E8B44324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9DB82-3F19-4482-8E2F-CFD09AE9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65037-EBD1-4418-B3FF-F86E4C65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6E44A-BEC1-41E0-85C4-46E9E7F4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F6353-49ED-410E-B705-7264099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75032-ADA6-424C-9371-1089CC6A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7E556-F0A5-44E7-84F1-3A23E1DC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B1124-EEA8-4650-BC9C-8BB43DB3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6F69B-8233-47F1-8DE2-DE6810C0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D3200-133C-420E-8101-94DA7705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1912F-709D-453D-8ED4-D5C519D5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98E736-AB1E-456F-8772-A7D422B1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55C2E6-AB25-4603-A9DE-D2093E91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35031443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7F0A44-D5F2-47AF-9C54-A4215585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D0D57-5D52-4269-986A-5897845F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68921-FF0F-4C62-A060-9C1BECE1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34FC9-6BB7-419F-B68D-803F3228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AMD GEMMA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81DE8-5DA3-4FFD-B6D4-F6AE16C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AMD-hosted Gemma repairs unsafe plans.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000AA-604C-4E2E-9F28-4E9F73C1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Exact verifier failures return as bounded feedback; every revision is parsed and verified again.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1E000A-B14A-4DE0-AAA6-AE6F7D8D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CAPTURED AMD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81913-AD6C-41B9-A5EC-0E4EE3FF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1B3D4-FDA9-4BA4-AFC9-447F6631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Gemma 4 E2B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1C43D0-996C-461B-980C-037F1DEA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89FE2-B2C8-4E53-88A6-471ABBC4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ROCm 7.2.53211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281B5-7DED-430E-8A9A-842395D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E01E4D-5528-4D91-BD15-44A7D06C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0.20.2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CC4DAE-4619-4BB0-9DB1-12F85A78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A6F06-0F3A-4F8F-B73D-96584E01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gfx1100 · 47.98 GiB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6B18BE-CA47-41BE-BFAD-150CD4EC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8A99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8A999"/>
                </a:solidFill>
                <a:latin typeface="Aptos"/>
                <a:ea typeface="Aptos"/>
                <a:cs typeface="Aptos"/>
              </a:rPr>
              <a:t>20-EMERGENCY REPAIR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6206B-C131-471B-BD07-C2F73A1E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18A9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2DF7E7-B2C0-475E-B4E0-20AB9E84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10% → 100% model-safe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4F5A4F-99E7-4D93-B181-D0754BD4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14127-983C-46A9-B299-5DDD0113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18 rejected answers repaired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5B672C-DDFD-4D72-BCFC-F03BFF1B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22578-5F03-48E2-BD3E-67BF10F6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17 in one revision · 1 in two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22D130-0566-484E-91A2-85311E31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DBA509-B4DE-4AD3-B74B-70D1D22B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0 fallback · no weight update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3D88D-72F7-4A03-B6BE-ECF54255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MEASURED EXECUTION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C0B225-93EF-4850-B137-005188B4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33337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C2989E-F220-4355-94DF-C964B8AD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2876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139 requests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8A0E41-8094-4CE3-80BB-820E7BC8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766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11478E-A2B8-45E3-9479-5350F145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766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60,385 observed tokens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048E4F-0718-40E9-8772-FE41A80C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7665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506666-DA02-436C-AEED-4053C9A0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7665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99.793 completion tokens/s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06C8E3-C06B-4640-94AC-2830253F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47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0AF186-25B1-4F3D-A750-E83C9909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76700"/>
            <a:ext cx="25717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p50 latency · 655.522 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80275D-DE85-46CB-B986-CA7C0255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67300"/>
            <a:ext cx="1091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420.648 kg aggregate scenario biomass · +221.7244 mean reward vs naive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A6E608-8BC8-4F69-8D6D-5DEB71A3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Captured inference-time repair experiment; the public URL remains on its private 8 GB host and CPU fallback.</a:t>
            </a:r>
          </a:p>
        </p:txBody>
      </p:sp>
    </p:spTree>
    <p:extLst>
      <p:ext uri="{BB962C8B-B14F-4D97-AF65-F5344CB8AC3E}">
        <p14:creationId xmlns:p14="http://schemas.microsoft.com/office/powerpoint/2010/main" val="13937751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77CD62-A0C5-4BD4-9E0F-A4EA0095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B1C47-2C57-4CDE-B578-2A598DBD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B63C5-366A-423A-B2DB-92FD5173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65D66-FFF3-44E2-98EA-26C06794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1B62C-9CA5-431F-9CCB-C19F2C89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0A5F3-5FFB-43FA-A6C4-B2D0838C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C14FC-747C-4558-8314-EA885A5A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8297DB-B3EA-4429-9A9B-9501EF7B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84DEE-8AF9-4BCE-A2D6-93C211F1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F908C-7E8E-433F-BF23-AF28C30C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ADBC7-0FE6-441F-B6D3-3AEBEE63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B17BD-2F09-430A-9484-F23000A1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FCBBD3-6C06-4F6D-8B26-15280359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FC28E-2013-4E95-B274-B3246153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7BE87-0B32-42F3-A8E7-6CF2050B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476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88CA3-037F-42AC-9A54-D077806C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f7ab835c44ae8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42FD1-AD6A-4062-8E71-1F13EE36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55A79-5817-4E07-8B7F-3A365D49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2775635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2026-07-12T02:40:12.1610000Z</dcterms:created>
  <dcterms:modified xsi:type="dcterms:W3CDTF">2026-07-12T02:40:12.1610000Z</dcterms:modified>
</coreProperties>
</file>