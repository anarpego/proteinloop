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7087a544ce443f6" /><Relationship Type="http://schemas.openxmlformats.org/officeDocument/2006/relationships/extended-properties" Target="/docProps/app.xml" Id="R13ede9bb366342b4" /><Relationship Type="http://schemas.openxmlformats.org/officeDocument/2006/relationships/officeDocument" Target="/ppt/presentation.xml" Id="R93a9bd8282f241a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49b9e36dea84cef"/>
  </p:sldMasterIdLst>
  <p:notesMasterIdLst>
    <p:notesMasterId xmlns:r="http://schemas.openxmlformats.org/officeDocument/2006/relationships" r:id="R846e12746a004354"/>
  </p:notesMasterIdLst>
  <p:sldIdLst>
    <p:sldId xmlns:r="http://schemas.openxmlformats.org/officeDocument/2006/relationships" id="256" r:id="R5ce8ba05787b4089"/>
    <p:sldId xmlns:r="http://schemas.openxmlformats.org/officeDocument/2006/relationships" id="257" r:id="R50fee8c593bc4f1b"/>
    <p:sldId xmlns:r="http://schemas.openxmlformats.org/officeDocument/2006/relationships" id="258" r:id="R72b9f041c9c74b82"/>
    <p:sldId xmlns:r="http://schemas.openxmlformats.org/officeDocument/2006/relationships" id="259" r:id="R711059c9d11a46d4"/>
    <p:sldId xmlns:r="http://schemas.openxmlformats.org/officeDocument/2006/relationships" id="260" r:id="R006dde05754a4bc7"/>
    <p:sldId xmlns:r="http://schemas.openxmlformats.org/officeDocument/2006/relationships" id="261" r:id="R330203f7e32443ac"/>
    <p:sldId xmlns:r="http://schemas.openxmlformats.org/officeDocument/2006/relationships" id="262" r:id="R918bf42168b547a0"/>
    <p:sldId xmlns:r="http://schemas.openxmlformats.org/officeDocument/2006/relationships" id="263" r:id="Rabb324c8be9c4f4a"/>
    <p:sldId xmlns:r="http://schemas.openxmlformats.org/officeDocument/2006/relationships" id="264" r:id="R0dd0360107ec4011"/>
    <p:sldId xmlns:r="http://schemas.openxmlformats.org/officeDocument/2006/relationships" id="265" r:id="Rd85d606df2d04d8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9b9e36dea84cef" /><Relationship Type="http://schemas.openxmlformats.org/officeDocument/2006/relationships/theme" Target="/ppt/theme/theme1.xml" Id="R5929a816db2e4098" /><Relationship Type="http://schemas.openxmlformats.org/officeDocument/2006/relationships/notesMaster" Target="/ppt/notesMasters/notesMaster1.xml" Id="R846e12746a004354" /><Relationship Type="http://schemas.openxmlformats.org/officeDocument/2006/relationships/presProps" Target="/ppt/presProps.xml" Id="Ra2d7cb17c46144b1" /><Relationship Type="http://schemas.openxmlformats.org/officeDocument/2006/relationships/viewProps" Target="/ppt/viewProps.xml" Id="Ra3e1e190f36f4b6e" /><Relationship Type="http://schemas.openxmlformats.org/officeDocument/2006/relationships/tableStyles" Target="/ppt/tableStyles.xml" Id="R5ba73fc34fac4b4e" /><Relationship Type="http://schemas.openxmlformats.org/officeDocument/2006/relationships/slide" Target="/ppt/slides/slide1.xml" Id="R5ce8ba05787b4089" /><Relationship Type="http://schemas.openxmlformats.org/officeDocument/2006/relationships/slide" Target="/ppt/slides/slide2.xml" Id="R50fee8c593bc4f1b" /><Relationship Type="http://schemas.openxmlformats.org/officeDocument/2006/relationships/slide" Target="/ppt/slides/slide3.xml" Id="R72b9f041c9c74b82" /><Relationship Type="http://schemas.openxmlformats.org/officeDocument/2006/relationships/slide" Target="/ppt/slides/slide4.xml" Id="R711059c9d11a46d4" /><Relationship Type="http://schemas.openxmlformats.org/officeDocument/2006/relationships/slide" Target="/ppt/slides/slide5.xml" Id="R006dde05754a4bc7" /><Relationship Type="http://schemas.openxmlformats.org/officeDocument/2006/relationships/slide" Target="/ppt/slides/slide6.xml" Id="R330203f7e32443ac" /><Relationship Type="http://schemas.openxmlformats.org/officeDocument/2006/relationships/slide" Target="/ppt/slides/slide7.xml" Id="R918bf42168b547a0" /><Relationship Type="http://schemas.openxmlformats.org/officeDocument/2006/relationships/slide" Target="/ppt/slides/slide8.xml" Id="Rabb324c8be9c4f4a" /><Relationship Type="http://schemas.openxmlformats.org/officeDocument/2006/relationships/slide" Target="/ppt/slides/slide9.xml" Id="R0dd0360107ec4011" /><Relationship Type="http://schemas.openxmlformats.org/officeDocument/2006/relationships/slide" Target="/ppt/slides/slide10.xml" Id="Rd85d606df2d04d8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350844906b7e410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449287aead44e2b" /><Relationship Type="http://schemas.openxmlformats.org/officeDocument/2006/relationships/notesMaster" Target="/ppt/notesMasters/notesMaster1.xml" Id="Rbd72e08c353c465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e56e58e6c8642e8" /><Relationship Type="http://schemas.openxmlformats.org/officeDocument/2006/relationships/notesMaster" Target="/ppt/notesMasters/notesMaster1.xml" Id="Re8aaf9886aea407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a79da630dd949f9" /><Relationship Type="http://schemas.openxmlformats.org/officeDocument/2006/relationships/notesMaster" Target="/ppt/notesMasters/notesMaster1.xml" Id="R46f285dd8e67439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d8e8c39d9c74ddb" /><Relationship Type="http://schemas.openxmlformats.org/officeDocument/2006/relationships/notesMaster" Target="/ppt/notesMasters/notesMaster1.xml" Id="R814b7c0547d945c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8eb529996e34ac0" /><Relationship Type="http://schemas.openxmlformats.org/officeDocument/2006/relationships/notesMaster" Target="/ppt/notesMasters/notesMaster1.xml" Id="R712d9b112e62425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c7235edc46b442f" /><Relationship Type="http://schemas.openxmlformats.org/officeDocument/2006/relationships/notesMaster" Target="/ppt/notesMasters/notesMaster1.xml" Id="Rb373e8abc69544a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955307209c04a79" /><Relationship Type="http://schemas.openxmlformats.org/officeDocument/2006/relationships/notesMaster" Target="/ppt/notesMasters/notesMaster1.xml" Id="R6bad97762c624d3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09d60f080b24762" /><Relationship Type="http://schemas.openxmlformats.org/officeDocument/2006/relationships/notesMaster" Target="/ppt/notesMasters/notesMaster1.xml" Id="R1614bb36bef34fd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812d91d66074ee3" /><Relationship Type="http://schemas.openxmlformats.org/officeDocument/2006/relationships/notesMaster" Target="/ppt/notesMasters/notesMaster1.xml" Id="R9be4208d5cc4459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7901ef3909a4f28" /><Relationship Type="http://schemas.openxmlformats.org/officeDocument/2006/relationships/notesMaster" Target="/ppt/notesMasters/notesMaster1.xml" Id="R2917a131a50c4d0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d324cc0c3e4f59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a0737fb58d3f4c3a" /><Relationship Type="http://schemas.openxmlformats.org/officeDocument/2006/relationships/slideLayout" Target="/ppt/slideLayouts/slideLayout2.xml" Id="R05ee29b702bb4eb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5ee29b702bb4eb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85ac85348bb4f13" /><Relationship Type="http://schemas.openxmlformats.org/officeDocument/2006/relationships/notesSlide" Target="/ppt/notesSlides/notesSlide1.xml" Id="R177575758972414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43d85c13ae4e71" /><Relationship Type="http://schemas.openxmlformats.org/officeDocument/2006/relationships/notesSlide" Target="/ppt/notesSlides/notesSlide2.xml" Id="R8b325312a23b4b2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c6b4c792fb54f18" /><Relationship Type="http://schemas.openxmlformats.org/officeDocument/2006/relationships/notesSlide" Target="/ppt/notesSlides/notesSlide3.xml" Id="R7325a986f222421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bde35a701ac4d24" /><Relationship Type="http://schemas.openxmlformats.org/officeDocument/2006/relationships/notesSlide" Target="/ppt/notesSlides/notesSlide4.xml" Id="Re5f677999bf9418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d42f8e414641f9" /><Relationship Type="http://schemas.openxmlformats.org/officeDocument/2006/relationships/notesSlide" Target="/ppt/notesSlides/notesSlide5.xml" Id="R074dd77b3ed74d3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347cf71b0df4110" /><Relationship Type="http://schemas.openxmlformats.org/officeDocument/2006/relationships/notesSlide" Target="/ppt/notesSlides/notesSlide6.xml" Id="Rd7758abb27c54f3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1e91be5c694551" /><Relationship Type="http://schemas.openxmlformats.org/officeDocument/2006/relationships/notesSlide" Target="/ppt/notesSlides/notesSlide7.xml" Id="Rb85f7dd9a44f432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a48ae7238064ece" /><Relationship Type="http://schemas.openxmlformats.org/officeDocument/2006/relationships/notesSlide" Target="/ppt/notesSlides/notesSlide8.xml" Id="R17ec1ed43ac5431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538f7af814440f" /><Relationship Type="http://schemas.openxmlformats.org/officeDocument/2006/relationships/notesSlide" Target="/ppt/notesSlides/notesSlide9.xml" Id="R8d1a4175dd52498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7205ed4a54f4d51" /><Relationship Type="http://schemas.openxmlformats.org/officeDocument/2006/relationships/notesSlide" Target="/ppt/notesSlides/notesSlide10.xml" Id="Rb87c2390386a430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2B23C04-168B-499A-9B09-B879A4FDA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362294-5333-422B-9C70-02D262859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379D92-AC04-4C8D-9BCF-38B02D102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2028F4-1FD1-411A-AE65-8B4D258BA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Unicorn Track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0EED38-D173-47D7-8CEA-BDEB6EC5A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11163300" cy="430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193EF1-8D28-4585-B10D-F8C1983BE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466850"/>
            <a:ext cx="7239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ProteinLoop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ED5853-904C-4284-AAC4-9390D39DB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00300"/>
            <a:ext cx="647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CCFBF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CCFBF1"/>
                </a:solidFill>
                <a:latin typeface="Aptos"/>
                <a:ea typeface="Aptos"/>
                <a:cs typeface="Aptos"/>
              </a:rPr>
              <a:t>An agentic loop that closes the protein cycle.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E9B6BE-AF3C-44A5-A473-7730C4B60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BE8E97-0368-4316-824A-01615170F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623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core claim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CA1FD4-2122-4305-AC9C-8F784A793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9095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Verifier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A4F612-14A3-4C11-94DC-149DDE523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719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physics before mutation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247746-EE96-4780-A334-043A85BD1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42900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B2C282-EF43-4239-9623-83FC0A746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5623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demo proof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A58D5E-16F7-48C7-93B8-65170F2F7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79095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Recovery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3CCDBF-6904-42AD-A14D-176A1E64D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1719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collapse avoided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84C2CF-D238-4833-BFC0-078F939CC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2900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E3E716-0EDE-49A3-A6EC-CDA5F60D8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5623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platform path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5118A8-B96F-41D0-9D1E-8A058CB37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79095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ROCm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93D93D-C1CC-45EA-AB27-5F6E59DA3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1719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Gemma via vLLM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C17CAC-9C42-4E45-A4FD-FD3DB46A8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581150"/>
            <a:ext cx="2000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fish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prawns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duckweed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plants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eggs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414F48-D8C9-477D-8642-61ECCB493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E082B9-15C7-45EA-8631-1F47D7A0A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6023944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824BA34-37C1-470D-92EC-8FE5C86E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C74423-12F7-4327-9DC0-B9BF68BBA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B0CFDE-4BDC-4C1D-A77B-AECB7172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C6C2B7-79E8-4B46-AC96-6C33776B9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FB6378-BD3C-485B-8D26-8E8B000ED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Aquaponics is incomplete when protein is the real need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760C10-EED2-4EF1-BD10-783A49527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Vegetables are useful, but rural families need resilient daily protein and a system they can operate safely.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A90D9E-2D09-4A95-B9B1-C621A0AB8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3143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19050">
            <a:solidFill>
              <a:srgbClr val="B91C1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2198F5-E2FF-45EB-97EE-2F432A80C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Current aquaponics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F56574-BA59-4849-A790-8E17CC7CE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43200"/>
            <a:ext cx="28003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Often optimized around greens and water loops. Protein production is secondary and fragile.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93DE26-C42A-461C-80AE-0B9EABBF1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266950"/>
            <a:ext cx="3143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1D8B09-CAB4-45F6-BF0B-7057EB296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Operational barrier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BD3BF4-7F77-4333-A00D-921994C65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743200"/>
            <a:ext cx="28003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Feed, ammonia, oxygen, nitrate, harvest timing, and mortality cascades interact every day.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69A888-38EA-4153-B910-AD3B3A9AF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266950"/>
            <a:ext cx="3143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8D91A6-D45A-48C1-847B-CCCF0C169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ProteinLoop 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9CCEBF-583A-4789-ABA5-85C5B73D8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43200"/>
            <a:ext cx="28003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 closed protein cycle controlled by a verifier-gated agentic loop and Spanish producer approvals.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275766-1940-4568-9153-69B6E9475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84E6CA-2937-4938-8745-31C01D521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89718818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03FD5DB-E09E-4F39-9DEC-3BDC9A02B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F482FD-A220-4899-A026-D3B3A9731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1CDC33-A1E6-4935-9C53-21A6077DF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68B6B5-45C5-4BD6-AC05-5B3ACE304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Closed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76BECE-509C-494E-8E6A-7D257F1DD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The food system is also an actor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E76841-D8AE-443C-99A3-90847E8D1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Each organism is a resource participant; the agent loop coordinates the whole protein cycle.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CC1CA6-1852-4544-9765-6D09933C7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AC5122-3D87-42A7-9603-BC096D4E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765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Duckweed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2F5887-DCE2-4C08-870D-F2F0A77DE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194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Fast protein biomass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0B6359-53DB-44C5-9BE9-2D88483ED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189062-1241-43E8-A3EE-2618421B7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4315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8DC3F3-918D-4816-8298-4073F7F1E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4765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Fish + prawns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2CC726-37D7-41EE-97F3-364DCF7A4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8194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Protein plus nutrients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F789A2-0105-4EAB-9CBA-47E10BEF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426D1C-64FC-47B3-975E-6F88AC819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34315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35B5B9-0A77-4393-8473-4E9E993D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765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Plants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E269CA-6734-4C5D-991F-89C629D67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8194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Nitrate uptake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0773C4-B1A6-44BF-82F6-E59FA245F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C35C22-4101-4E32-95E7-F52E0BB16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4315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B94595-65AA-425D-B3DB-F93B63FD8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4765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Chickens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35A133-AC0D-4086-98DE-626FB185B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194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Daily eggs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C4210B-2257-470C-8D66-E0AAD176D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57650"/>
            <a:ext cx="4381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D0EDE8-4F08-4AC3-96B8-2F027738A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191000"/>
            <a:ext cx="4038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Agent supervisor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D8061D-2948-44E9-BAB7-2D3F3F227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533900"/>
            <a:ext cx="4038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Balances feed, oxygen, water exchange, harvest, and risk across subsystem agents.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7FE00A9-1458-464A-9576-38C4B0D81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3E255F-CD55-4C4B-90C9-CC3FCFCA0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78609736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F8E545-6C4E-4BBD-9F6F-728A5BDDA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3A6E69-B082-486A-AB22-49E165C17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34C039-1F19-4DA4-BD2A-044290E24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C66D80-B521-4428-8EB7-D5AE9BD73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Harness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46D31F-BBA6-4CAC-ABEA-E38C3D0EA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The simulator is the safety boundary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1FFE52-20AB-4B80-8B64-407F14EED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Models and humans can propose actions, but deterministic physics decides whether state can mutate.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99053C-59F9-4AC6-84DA-ECA6D256E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0002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8E75BA-8849-459C-9D2C-585A0958A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95550"/>
            <a:ext cx="1657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call_llm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9693A5-1D64-4EC3-A16B-C6509F81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38450"/>
            <a:ext cx="165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Four Gemma subagents report to a Sagents supervisor.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C936EC-985A-4A59-8E9A-340860601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8194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77E912-BD0F-4150-91AB-2756D4538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62200"/>
            <a:ext cx="24765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19050">
            <a:solidFill>
              <a:srgbClr val="B91C1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8FE8BF-CC13-405F-A802-125971637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4955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verify_ecosystem_safety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9FE342-C441-4510-A257-A0C1ED298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838450"/>
            <a:ext cx="2133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Checks feed, oxygen, water exchange, duckweed reserve, and collapse state.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D4E852-61CB-49E4-B4E4-9C78AF188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8194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F4BD3E-FB91-4206-80D0-CAE38A7DA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62200"/>
            <a:ext cx="20002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CAAC7E-C942-4574-9437-C7DDCDF12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495550"/>
            <a:ext cx="1657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execute_tools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FDAEE1-51FF-41AC-902B-76EE2247A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38450"/>
            <a:ext cx="165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Only accepted actions mutate simulator state.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5F1F5C-4696-4714-9585-9133AB6DE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8194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E5E08C-B3AD-49C2-90B4-736B33E99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62200"/>
            <a:ext cx="21907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0C22A9-1DCC-4AAB-9E72-AA0372399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495550"/>
            <a:ext cx="1847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until_tool_success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1F05A4-EA27-4F6D-9D52-1741A586A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838450"/>
            <a:ext cx="18478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Stops only on an accepted close_cycle result.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7C74D5-4FD4-4578-B1CB-5B51162EF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305300"/>
            <a:ext cx="7239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415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180E31-8F90-409F-B28E-4A54ACE43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438650"/>
            <a:ext cx="6896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Proof in repo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56BD63-4E73-4590-AC95-E21004611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781550"/>
            <a:ext cx="6896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Unsafe overfeeding is rejected before mutation; accepted recovery appends verifier evidence to the RLVR trace artifact.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7EA490-4FF6-42A2-9325-D81C993E4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DDB755-6377-4ADD-B865-7719543B4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9204409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F61FEDB-6FCF-4BDF-B60E-0C1FD2231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9A5AC0-D77B-4074-BDE2-2C9B58C14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74A8F6-BB68-4648-90BC-B1C1BD511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D0EFB7-9CEA-4DFD-8B29-C74DECC8D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Demo evidence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353138-CAB7-4857-8373-C073874E7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The local demo proves collapse versus recovery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D0A010-BF87-4EC9-8C99-DE9D8A650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One button runs reset, ammonia spike, unsafe rejection, safe recovery, and trace recording.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F4EDBB-2169-41AB-B586-CAFC79C66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8BB8C6-8E9A-47B7-A449-ADF65E667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14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Python tests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FB3394-A498-4699-BCC5-85804E32C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4320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145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C66A73-ACE5-4575-839F-1E55A4DF9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242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sim/API/evidence/deploy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BAFBA1-7E9D-42FF-B5F1-7F191E105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812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F39F11-0EDD-457C-9186-848ECAD5E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514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Phoenix tests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684A74-4B80-4CA8-81C0-CBDB1E421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74320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93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F95449-E610-498C-A643-D1684885F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1242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Sagents + LiveView + HITL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ED96C1-592D-40D6-BA9D-024DD6E02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3812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73AB87-ED7B-44B5-824D-430F2F0E6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514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Reward delta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1E2D6F-5947-4F9E-B39A-93A7A049F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74320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463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247800-5A69-4F00-8DAA-327DDFF13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1242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safety vs naive avg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45127A-4450-4054-8F0C-D563D581E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812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C8F7CB-CA9E-4EDB-A914-4146C2CB4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514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Avoidance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A09BFE-5EDA-41E0-A653-79868824F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74320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100%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F97CA4-B07C-44F7-BBC1-FF6DEEDE8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1242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baseline collapses recovered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B628FD-B778-44C8-9DB4-55608D3BD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95750"/>
            <a:ext cx="8191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1B0231B-2AF8-44FF-A27A-FB9993BA8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229100"/>
            <a:ext cx="7848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Judge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C6F490-5741-4F85-A696-9B91FC532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572000"/>
            <a:ext cx="784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Run demo cascade -&gt; inspect RLVR evidence -&gt; run four real Sagents/Gemma agents -&gt; verify close_cycle.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92AEB1-2D0E-42C8-ACB8-1237733CE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C55C314-4E1D-481B-92B0-840CC99AD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8281815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A744B6E-9362-40BE-A064-910407B12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81E75B-217C-4F11-9AAE-6201D846A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0C2FA9-A4F9-4120-8BD6-09EAC80A1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33910F-28A1-48DF-BB69-620FE1DE1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Prediction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63DEA3-37AA-4BC3-BBA3-675C5D0C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RLVR and anomaly forecasting turn the sim into an evaluator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5326C4-4060-46FD-B5EF-6DAACEEA5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The same deterministic physics scores policies and forecasts near-term ammonia/oxygen risk without mutating live state.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499E5-8A84-49B0-BE86-55DEA043E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D8A799-E08A-40EA-91EE-4B24C37B0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RLVR verifier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7D7D0C-1B30-46E9-9F61-EC1DA9ADB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43200"/>
            <a:ext cx="2800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Naive and safety policies run across fixed scenarios. Reward combines survival, biomass, water quality, and mortality.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671535-48BF-4B0F-825D-5F4176DC8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26695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6B4101-37B3-4DAF-A051-DA0C66C1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Anomaly forecast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4700DD-3F00-47C3-A350-8C1F0340D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743200"/>
            <a:ext cx="2800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GET /forecast/anomaly projects routine operation and reports stable, warning, or critical risk.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99BD07-FD11-4A98-8D09-60B4EFC73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26695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82A52E-F12F-4EC2-B508-48D8145C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Operator action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3C4CBE-9010-4B23-8927-531479F66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743200"/>
            <a:ext cx="2800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Forecast recommendations trigger safer feed, aeration, and verified water-exchange behavior before mortality.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189A6C-3FF3-49E2-8336-0F41D060B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84AB02-0B0C-4602-B7ED-B922E1CD1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9591799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55C4EDB-9714-4A89-9F2D-BEC35D3C3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370297-B29F-4BF7-950A-5A310ECB0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4F0A9F-F964-4BB7-A6F1-8FA38487D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4484C0-528C-4F57-8259-FA910EB8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Self-healing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B380CA-BD3D-46B4-9693-B5ADF7F5F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Real failover and real field radio have executable proof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F2BA4E-3F3B-40F7-8C04-01F44DF04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Horde preserves managed agent state across owner loss; two physical nRF9151 DKs prove the DECT NR+ link.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53FE6B-948B-42D4-B491-F0DEB1D22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86000"/>
            <a:ext cx="25717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19050">
            <a:solidFill>
              <a:srgbClr val="B91C1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33FAAD-0BD8-41EE-ABEC-D2A6A297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19350"/>
            <a:ext cx="2228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proteinloop_web@web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0C11E5-10A7-4BAB-8029-C3388431D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62250"/>
            <a:ext cx="2228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Initial owner persists the completed Gemma probe.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060C9C-7C66-4054-A19B-FEFDDCD83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stop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8216F9-57EA-4414-A70D-C003D0718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86000"/>
            <a:ext cx="25717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7026F0-2A17-44E5-B764-EBCD2C598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419350"/>
            <a:ext cx="2228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Horde 0.10.0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29254F-68A2-4D81-81EC-F56777A31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62250"/>
            <a:ext cx="2228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Participation membership transfers managed ownership.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308913-D74F-4616-B2E8-6ED32406E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6057C2-2B8C-4F32-BB74-AD2EAB0D8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86000"/>
            <a:ext cx="2857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641F51-C013-46C9-BF38-0F7E6C96F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19350"/>
            <a:ext cx="2514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proteinloop_peer@peer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CE3513-6FD2-4E87-9CC8-9360DF42E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62250"/>
            <a:ext cx="2514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Survivor restores the same Sagents AgentServer state.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DDCD0A-9C31-4528-AA64-443A38C38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38600"/>
            <a:ext cx="4953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3E6615-C02E-40BC-9A4C-351508889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171950"/>
            <a:ext cx="461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Horde proof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B98470-97FC-4D5C-B5C5-180D2CD9B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14850"/>
            <a:ext cx="4610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Identity, state token, and fingerprint stay unchanged; restore_count increases on the peer and both nodes rejoin.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4B728C-7204-490D-BCE0-E7CBFA694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038600"/>
            <a:ext cx="4953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01740F-3957-4FD9-B234-F8826BFF6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71950"/>
            <a:ext cx="461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Physical DECT NR+ proof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4BC3CF-8D99-4139-9472-053497ADC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14850"/>
            <a:ext cx="4610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FT 1051223739 and PT 1051239227 show matching sequences in both directions. Read-only capture; no flash/reset; simulated: false.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9986920-10E1-4A1E-B310-86404580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E7170F-3D6F-42BF-ABF0-4D8FC0541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9498937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5AB9C48-3707-4ABA-91D0-928563A1A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3CFDEE-6721-475D-9B21-DEB927C66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216F91-30FF-48FB-BCB8-0C9E03268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2E5382-E92B-4ACF-B588-7D3CEAF6C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Producer UX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556A74-50E9-47CC-89B6-790594C34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Spanish HITL is control flow, not decoration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7B6E0A-66A3-4C41-A87D-9345D320D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Risky water and harvest actions pause for the producer, while offline rules keep emergency guidance available.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8116F3-0C38-41B3-BA11-C4294171A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C9D99B-A16E-49FB-85FF-E8A6D4621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765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Approve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581F83-3718-44D7-BD16-BC4B9AC22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19400"/>
            <a:ext cx="28003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Agent.resume executes the interrupted Sagents tool exactly once after producer approval.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CB59BF-E26F-4576-8CC5-342A22C5B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3431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16A7A0-5CBB-4604-A76B-F6B9971C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4765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Edit / Reject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67D7DA-EDDC-4128-97F1-6C8A7250C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819400"/>
            <a:ext cx="28003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Solo mitad is re-verified; rejection resumes with zero simulator mutation.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990FAE-25B3-48CA-8C2E-5837FCA1B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431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D000CE-4E56-4CFA-974D-244120448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765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Offline fallback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F90A72-4F5D-492D-9734-7E168F09B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19400"/>
            <a:ext cx="28003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Respaldo offline gives deterministic Spanish emergency instructions without model or cloud access.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326A9D-014C-4A01-8FEA-43310B910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847C5D-B557-4ABC-8BCE-12B266D36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29901744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FCCEBB8-0774-4B6C-8596-302046377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8149D3-884B-4C50-B41A-E9211D420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B746C9-0D79-4D6A-9939-23E12B7D0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1E4234-F25E-4C74-8E5C-52E2B7C27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AMD Gemma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B004C7-1CE1-4123-A8F6-C0F66815D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Gemma already powers the real Sagents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1E51EA-A0E3-4BB0-9B57-C5CD371EE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Local E2B proves the loop offline; AMD-hosted Gemma uses the same GEMMA_ENDPOINT contract.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E0156C-EDB2-45F1-85D7-D2CFB153A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38400"/>
            <a:ext cx="23812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5F6F62-487B-4D15-8A11-FFCE5290C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71750"/>
            <a:ext cx="2038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Sagents 0.9.0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0DDE88-4D5F-4156-960E-31CBCF4BD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14650"/>
            <a:ext cx="2038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Five agents, custom safety mode, until_tool_success, and resumable HITL.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1DC02F-77B7-4925-A8C1-D84C5CAC8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146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8BBAFB-6080-4896-95C4-A3D9D5B56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476500"/>
            <a:ext cx="26670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79206C-EBD3-42D0-B33E-1DC17E087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09850"/>
            <a:ext cx="2324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GEMMA_ENDPOINT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0CDAEE-C272-4626-979A-71EDA524F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952750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/v1/models and /v1/chat/completions; no code change for Fireworks or vLLM.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18C95C-BAA1-443A-B6FB-F8023E805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9146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FD19DD-BE45-43A2-882F-A4FFF9EB5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476500"/>
            <a:ext cx="31432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5F6829-7676-494C-9C75-B9DCD1801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60985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vLLM on ROCm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3760F5-5016-4C38-9C15-EC5823584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952750"/>
            <a:ext cx="2800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docker-compose.gemma-rocm.yml uses vllm/vllm-openai-rocm:gemma4.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4C8AC0-5C0A-41AD-82A0-CCE202996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324350"/>
            <a:ext cx="74295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878021-E91C-4105-AEE5-528E2A43F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457700"/>
            <a:ext cx="7086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Verifier remains in front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C8E110-524D-486B-B082-273A152AA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00600"/>
            <a:ext cx="7086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Even AMD-hosted Gemma proposals cannot mutate state without passing simulator safety rules.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790B6C-8B17-41DC-B914-9A65FFD7C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405B3A-5646-40D0-BC98-32AC431DD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8368834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E79C62D-4AB6-4B88-9DFD-3086A5B35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E52D5A-BAF5-4E60-9381-4DCBA9CBC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831EB8-D6D6-4570-9E20-EA515341D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34AF73-D32A-4A42-A604-6D4261B9F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Submission ask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09DB82-D53E-4B57-886C-6CA3C9D48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ProteinLoop is a startup pitch with executable proof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445569-57C0-4971-A722-BA39964E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 food-security product built as a verifier-gated, human-aware, fault-tolerant agentic system.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64DEE7-30A6-460F-9D8E-D2094FDA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66950"/>
            <a:ext cx="328612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EDB8C2-AEDF-4E71-AABF-FAD85CEFB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29432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Market wedge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681E64-94E2-4768-A947-C80C8AD09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43200"/>
            <a:ext cx="294322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Rural families and cooperatives that need low-cost, resilient protein production.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6CC27C-39DD-4100-AAE0-D5E7A1B10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66950"/>
            <a:ext cx="328612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8554D9-276F-489C-8AC6-56392DE78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400300"/>
            <a:ext cx="29432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Technical moat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7D02B4-264C-440D-9F2A-B65CE483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43200"/>
            <a:ext cx="294322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Real Sagents/Horde failover, physical DECT NR+ proof, physics verifier, RLVR scoring, resumable HITL, and AMD Gemma path.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7F280A-466B-4633-A4EE-38EB9B7D0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66950"/>
            <a:ext cx="328612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A17A1A-521E-4573-A384-FE5714E4F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00300"/>
            <a:ext cx="29432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What judges can run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A998F9-305D-499D-80A5-D02D20E1A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743200"/>
            <a:ext cx="294322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Docker app, local Gemma E2B, five-agent loop, producer approval, and validated software plus hardware evidence packets.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3B4E8B-3419-4FAC-892D-026C0FD80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257800"/>
            <a:ext cx="857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Ask: Best Unicorn + Best AMD-Hosted Gemma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86BFF8-EFE4-4894-927D-662048073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3279C7-3A75-4755-A3C9-5A420706B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54888122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2026-07-10T15:40:12.9620000Z</dcterms:created>
  <dcterms:modified xsi:type="dcterms:W3CDTF">2026-07-10T15:40:12.9620000Z</dcterms:modified>
</coreProperties>
</file>