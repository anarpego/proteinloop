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015ee5b834c12" /><Relationship Type="http://schemas.openxmlformats.org/officeDocument/2006/relationships/extended-properties" Target="/docProps/app.xml" Id="Rf321e5265c2148d5" /><Relationship Type="http://schemas.openxmlformats.org/officeDocument/2006/relationships/officeDocument" Target="/ppt/presentation.xml" Id="R7c7cf5d658a8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c7047e45946d0"/>
  </p:sldMasterIdLst>
  <p:notesMasterIdLst>
    <p:notesMasterId xmlns:r="http://schemas.openxmlformats.org/officeDocument/2006/relationships" r:id="R874207f965f6429e"/>
  </p:notesMasterIdLst>
  <p:sldIdLst>
    <p:sldId xmlns:r="http://schemas.openxmlformats.org/officeDocument/2006/relationships" id="256" r:id="R310a1f9e2b804836"/>
    <p:sldId xmlns:r="http://schemas.openxmlformats.org/officeDocument/2006/relationships" id="257" r:id="R233fa6ce48a64064"/>
    <p:sldId xmlns:r="http://schemas.openxmlformats.org/officeDocument/2006/relationships" id="258" r:id="R2a133b9104564784"/>
    <p:sldId xmlns:r="http://schemas.openxmlformats.org/officeDocument/2006/relationships" id="259" r:id="R9f2138e6e1a74247"/>
    <p:sldId xmlns:r="http://schemas.openxmlformats.org/officeDocument/2006/relationships" id="260" r:id="R55ff30d40c9a480b"/>
    <p:sldId xmlns:r="http://schemas.openxmlformats.org/officeDocument/2006/relationships" id="261" r:id="R47ff83a10ec244c6"/>
    <p:sldId xmlns:r="http://schemas.openxmlformats.org/officeDocument/2006/relationships" id="262" r:id="R6c6c4472a7f34fcd"/>
    <p:sldId xmlns:r="http://schemas.openxmlformats.org/officeDocument/2006/relationships" id="263" r:id="Rab10ac3e4b544c49"/>
    <p:sldId xmlns:r="http://schemas.openxmlformats.org/officeDocument/2006/relationships" id="264" r:id="Rd828d9d3f00941dd"/>
    <p:sldId xmlns:r="http://schemas.openxmlformats.org/officeDocument/2006/relationships" id="265" r:id="R9e127670f09243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c7047e45946d0" /><Relationship Type="http://schemas.openxmlformats.org/officeDocument/2006/relationships/theme" Target="/ppt/theme/theme1.xml" Id="R9f6556456c6e4dc7" /><Relationship Type="http://schemas.openxmlformats.org/officeDocument/2006/relationships/notesMaster" Target="/ppt/notesMasters/notesMaster1.xml" Id="R874207f965f6429e" /><Relationship Type="http://schemas.openxmlformats.org/officeDocument/2006/relationships/presProps" Target="/ppt/presProps.xml" Id="R77f8e9524501455b" /><Relationship Type="http://schemas.openxmlformats.org/officeDocument/2006/relationships/viewProps" Target="/ppt/viewProps.xml" Id="R3dff4a38b21b4d18" /><Relationship Type="http://schemas.openxmlformats.org/officeDocument/2006/relationships/tableStyles" Target="/ppt/tableStyles.xml" Id="R92ae95d45b874f1c" /><Relationship Type="http://schemas.openxmlformats.org/officeDocument/2006/relationships/slide" Target="/ppt/slides/slide1.xml" Id="R310a1f9e2b804836" /><Relationship Type="http://schemas.openxmlformats.org/officeDocument/2006/relationships/slide" Target="/ppt/slides/slide2.xml" Id="R233fa6ce48a64064" /><Relationship Type="http://schemas.openxmlformats.org/officeDocument/2006/relationships/slide" Target="/ppt/slides/slide3.xml" Id="R2a133b9104564784" /><Relationship Type="http://schemas.openxmlformats.org/officeDocument/2006/relationships/slide" Target="/ppt/slides/slide4.xml" Id="R9f2138e6e1a74247" /><Relationship Type="http://schemas.openxmlformats.org/officeDocument/2006/relationships/slide" Target="/ppt/slides/slide5.xml" Id="R55ff30d40c9a480b" /><Relationship Type="http://schemas.openxmlformats.org/officeDocument/2006/relationships/slide" Target="/ppt/slides/slide6.xml" Id="R47ff83a10ec244c6" /><Relationship Type="http://schemas.openxmlformats.org/officeDocument/2006/relationships/slide" Target="/ppt/slides/slide7.xml" Id="R6c6c4472a7f34fcd" /><Relationship Type="http://schemas.openxmlformats.org/officeDocument/2006/relationships/slide" Target="/ppt/slides/slide8.xml" Id="Rab10ac3e4b544c49" /><Relationship Type="http://schemas.openxmlformats.org/officeDocument/2006/relationships/slide" Target="/ppt/slides/slide9.xml" Id="Rd828d9d3f00941dd" /><Relationship Type="http://schemas.openxmlformats.org/officeDocument/2006/relationships/slide" Target="/ppt/slides/slide10.xml" Id="R9e127670f092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571de7dbbc44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52d92246e4fa7" /><Relationship Type="http://schemas.openxmlformats.org/officeDocument/2006/relationships/notesMaster" Target="/ppt/notesMasters/notesMaster1.xml" Id="R21bfe0d2edae48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54a43ad2f42d6" /><Relationship Type="http://schemas.openxmlformats.org/officeDocument/2006/relationships/notesMaster" Target="/ppt/notesMasters/notesMaster1.xml" Id="Rbf0abacbeb55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7791ba4884512" /><Relationship Type="http://schemas.openxmlformats.org/officeDocument/2006/relationships/notesMaster" Target="/ppt/notesMasters/notesMaster1.xml" Id="Re3cf322f88be49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b39a9c50a34bff" /><Relationship Type="http://schemas.openxmlformats.org/officeDocument/2006/relationships/notesMaster" Target="/ppt/notesMasters/notesMaster1.xml" Id="Rfa8e26c686e8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1b67e7b48440e2" /><Relationship Type="http://schemas.openxmlformats.org/officeDocument/2006/relationships/notesMaster" Target="/ppt/notesMasters/notesMaster1.xml" Id="R49ccba0da466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9e6d654fee460a" /><Relationship Type="http://schemas.openxmlformats.org/officeDocument/2006/relationships/notesMaster" Target="/ppt/notesMasters/notesMaster1.xml" Id="R207f03ff7b1148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7d3c1d80864196" /><Relationship Type="http://schemas.openxmlformats.org/officeDocument/2006/relationships/notesMaster" Target="/ppt/notesMasters/notesMaster1.xml" Id="R4cbf02c3b22c4d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ee0a7c556e4247" /><Relationship Type="http://schemas.openxmlformats.org/officeDocument/2006/relationships/notesMaster" Target="/ppt/notesMasters/notesMaster1.xml" Id="R6b855db1ddf042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244ad360ba4382" /><Relationship Type="http://schemas.openxmlformats.org/officeDocument/2006/relationships/notesMaster" Target="/ppt/notesMasters/notesMaster1.xml" Id="R6133a75d51cb4f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a5f94b74f4aa4" /><Relationship Type="http://schemas.openxmlformats.org/officeDocument/2006/relationships/notesMaster" Target="/ppt/notesMasters/notesMaster1.xml" Id="R5a894214036e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b51111fdd47c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d8c1a87db14251" /><Relationship Type="http://schemas.openxmlformats.org/officeDocument/2006/relationships/slideLayout" Target="/ppt/slideLayouts/slideLayout2.xml" Id="Rae5f7c5d88824b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f7c5d88824b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54d77789541fc" /><Relationship Type="http://schemas.openxmlformats.org/officeDocument/2006/relationships/notesSlide" Target="/ppt/notesSlides/notesSlide1.xml" Id="Rf19e5b570ce3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1e50e8bc04947" /><Relationship Type="http://schemas.openxmlformats.org/officeDocument/2006/relationships/notesSlide" Target="/ppt/notesSlides/notesSlide2.xml" Id="R20ffbe586a6843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c60551d9e46d1" /><Relationship Type="http://schemas.openxmlformats.org/officeDocument/2006/relationships/notesSlide" Target="/ppt/notesSlides/notesSlide3.xml" Id="R4a21806b51dd4e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15ae6197948e8" /><Relationship Type="http://schemas.openxmlformats.org/officeDocument/2006/relationships/notesSlide" Target="/ppt/notesSlides/notesSlide4.xml" Id="Rc0119ee5508b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2151e39ad4eb4" /><Relationship Type="http://schemas.openxmlformats.org/officeDocument/2006/relationships/notesSlide" Target="/ppt/notesSlides/notesSlide5.xml" Id="R1fe5f6145ab14e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01d4aa80147c4" /><Relationship Type="http://schemas.openxmlformats.org/officeDocument/2006/relationships/notesSlide" Target="/ppt/notesSlides/notesSlide6.xml" Id="Rbc392a21ac9540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d116c7e624756" /><Relationship Type="http://schemas.openxmlformats.org/officeDocument/2006/relationships/notesSlide" Target="/ppt/notesSlides/notesSlide7.xml" Id="Rc0e062e1d631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55288798a744fd" /><Relationship Type="http://schemas.openxmlformats.org/officeDocument/2006/relationships/notesSlide" Target="/ppt/notesSlides/notesSlide8.xml" Id="R85e077416909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6a257d64ce4295" /><Relationship Type="http://schemas.openxmlformats.org/officeDocument/2006/relationships/notesSlide" Target="/ppt/notesSlides/notesSlide9.xml" Id="R244c10f6aba141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e353ccc214b28" /><Relationship Type="http://schemas.openxmlformats.org/officeDocument/2006/relationships/notesSlide" Target="/ppt/notesSlides/notesSlide10.xml" Id="R90e108ae328f44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9D533-7441-4A78-98A7-6F5D4087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11AEB-CC35-4264-B5E9-7825991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DAF5A-28F8-4A39-9438-909156E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5F365-2032-44AC-A37A-730318C4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Unicorn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02BFA-4919-4B4F-94D3-B110D26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717A1-8095-40D6-9829-B093407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ProteinLoop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49F6B-4E41-4958-A744-D37C594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CFBF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CFBF1"/>
                </a:solidFill>
                <a:latin typeface="Aptos"/>
                <a:ea typeface="Aptos"/>
                <a:cs typeface="Aptos"/>
              </a:rPr>
              <a:t>An agentic loop that closes the protein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C3395-134D-4316-BCD3-2ABDDAE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1C9BE-4912-4051-82AC-FF141EF6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D3E1B-B356-49E9-B26A-F2AE4A7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4C0AA-E279-4F4C-99AB-864AD79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physics before mutation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89452-0A60-467B-839D-3065CDD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68F2F-7E65-4455-A52B-283AF205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623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BE245-F394-4FF9-9D89-2A2F93A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FC1CF-C475-4624-AF30-360620F8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collapse avoided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77A79-55FE-4AE7-B11C-C663EE06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B4759-1D28-44EE-91D7-79E6F61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BFB01-5F29-4D12-9FC2-68C4866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E2B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EEE2A-618B-4C09-A608-75786A71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llama.cpp + Metal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1B5E9-1537-4C9B-AE92-8175E51B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fish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prawns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duckweed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plants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eggs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81967-4188-4AF0-B2AD-7D87852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7900E-18B3-426E-B76E-8D89CD1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0110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9CF4B-1142-4A01-BF08-E5782531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FC971-33BC-4F2B-8BFF-468EAAE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ADCF-E751-4A15-8811-553C2558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AFCAA-DB47-425D-846F-6498C93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80630-FC39-4A00-9317-A287AE6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Aquaponics is incomplete when protein is the real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078EF-4C53-49C5-8B01-1FC6512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Vegetables are useful, but rural families need resilient daily protein and a system they can operate safely.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61449-2938-4649-84C8-8CF10A3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E1D2F-A5A8-4C02-BEAA-F805419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Current aquaponics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20FB3-1A79-4B8F-BBE7-0F04AF6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Often optimized around greens and water loops. Protein production is secondary and fragile.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D24AA-5654-4EB9-91C3-263370BF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5DAB1-6D96-486B-A646-62FC2DE7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Operational barrier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63BFB-E810-4A5B-88E8-82DC8CE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Feed, ammonia, oxygen, nitrate, harvest timing, and mortality cascades interact every day.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7F085-946B-44F4-A030-3E8D4020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C1E56-62C4-424E-BBF3-15C8E44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ProteinLoop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DB75E-E85B-442B-BFC6-E24FDA0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00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closed protein cycle controlled by a verifier-gated agentic loop and clear producer approvals.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64458-D9F2-4E53-ACC3-F5D61BD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7B02C-D8E2-428E-A50D-B5A5210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23786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D52FB-942C-4C00-9FC7-D5551993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77D71-243D-490F-8995-4D4430B7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93A8-CFD4-488D-8BAC-F94C3CB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90705-ED6D-436F-98FC-FCC552DD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Closed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FF02E-D6FE-4F46-AE90-6A2E17F6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food system is also an actor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2B3D-034A-4BCF-A2BD-D348B37E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organism is a resource participant; the agent loop coordinates the whole protein 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B9C85-4B1A-41E1-8B26-35B252B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FF943-B582-4F3D-A486-267AC82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Duckweed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98D00-488A-4956-8023-9E1FF556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Fast protein biomass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D8BD0-5BE2-4197-BC21-F636EA2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24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FE347-0EBD-4A19-B9DD-EEDED7F9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AEF52-C15E-4F51-81EE-0596C18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Fish + prawns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774D4-0103-41A6-ACE2-310D838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Protein plus nutrients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3A7D6-EE61-49D5-AB61-00339182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1FD29-A3DC-4521-ABBF-BE828F1A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DA2A2-68C1-433A-9F80-92114F9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37C22-7542-4CBA-B4C1-5F00A10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Nitrate uptake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4E370-EA41-40BA-81F7-A8C00061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093F9-E2C4-42BC-A8D4-1F6811F6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64805-D7BF-4062-8EF5-38F53E8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Chickens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B0E92-835F-42E1-A555-2A788664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Daily eggs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E19AF-386D-450D-912D-0E62F6F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4A427-746E-46E8-9C1F-3132ED81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91000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 supervisor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76379-48FB-4382-85C7-FE0AD95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Balances feed, oxygen, water exchange, harvest, and risk across subsystem agents.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6C30C-9CF8-4E67-8D98-DC944C5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A990E-5347-4B63-933A-639CFEF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2187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8D8A2A-522E-48B3-89D3-11142EF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D6A5D-368E-4910-A3B4-26662B7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D0A63-8D15-45DB-8223-0DD433ED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17D3-B2D5-49C3-851F-1FC49AFB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5E87-346B-48AD-90D1-E75B4C30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simulator is the safety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34559-E55B-4DD4-83DE-2A86BB2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Models and humans can propose actions, but deterministic physics decides whether state can mutate.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FFBD2-FAC8-457D-A3B9-4CFBF84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000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E079-D382-4D0B-8F12-5A7377D9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call_llm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EF5FC-F731-48FE-B4D5-2C408773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65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Four Gemma subagents report to a Sagents supervisor.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6C4C7-BE03-4129-AD15-77444FF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9BAC9-1B5E-4322-9657-C1AD2FC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CAE96-1370-477A-994C-A0D5355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verify_ecosystem_safety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C5C2C-3B48-4AD9-A014-3421B56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213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Checks feed, oxygen, water exchange, duckweed reserve, and collapse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53F8F-72AF-4C1A-BF3D-357AF52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07C0-C3A7-44EB-B745-E87EE5E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2000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E3530-E41F-4745-8250-57EB22FE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execute_tools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B4AAE-1321-47A1-B66B-0A66E9F7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165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Only accepted actions mutate simulator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1F49D-C2DF-4F67-8232-A662E6BD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29266-7416-4C4D-932E-02748470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190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C3438-DF2C-4FA0-B450-E63C8F7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until_tool_success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9EFD0-D970-47D1-AC0E-798889E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1847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Stops only on an accepted close_cycle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4264F-2D54-4542-80F7-E526C09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1C35F-14CC-4B53-9ACE-57D31290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Proof in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92A32-9571-4AA3-B20D-F435B39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81550"/>
            <a:ext cx="6896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Unsafe overfeeding is rejected before mutation; accepted recovery appends verifier evidence to the RLVR trace artifact.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FB350-8586-4689-8603-6672D43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E600C-4818-45FA-830C-6FCA689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37592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6205F-F975-4A8C-82C1-7668F1C3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74679-4F6B-41B3-BF1C-43209EC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75074-A0C1-4739-B654-C113F001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4C247-7772-48CD-8D12-2B14A999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Demo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CA3D6-7698-4B1D-A8AB-7E05488F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local demo proves collapse versus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A85BD-D70A-4DF8-AFE7-5AD3328C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button runs reset, ammonia spike, unsafe rejection, safe recovery, and trace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8EB4E-09A3-4F4B-A164-3A79EFA6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C52DD-F31E-4B35-94C9-00870FD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Python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7A4A4-B38A-4721-8524-D955C81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848BE-863F-4B40-A142-DA727FD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sim/API/evidence/deploy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29512-2F36-43A8-8E18-184095D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4C389-3969-4CB0-BFEB-8B40328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Phoenix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E5D86-3725-42B0-9526-92E5E18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D420C-A0FE-450A-9B1D-0BCB8F90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24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Sagents + LiveView + HITL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A25F3-F00E-4D48-AAB5-38CE1577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9B9DC-E5C2-4A8A-A5CC-3E8A838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Reward delta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C75AF-3FDC-4AA4-BE5F-CF82D190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4AA3A-4C16-4F06-9379-3308B77F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24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safety vs naive avg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29AB1-082E-4A3E-A668-C6D852D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427F3-BCA0-4B50-B151-6FF3FD4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Avoidance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A1491-5C94-4034-8F68-219306E7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4EEF5-E7E5-441E-AAD2-486EAE04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 collapses recovered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92917-6914-449C-AFCA-6C38AE0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DD052-7F84-428B-993D-1CDD705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784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Judge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DE5D7-13FE-400A-937C-94C210E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784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demo cascade -&gt; inspect RLVR evidence -&gt; run four real Sagents/Gemma agents -&gt; verify close_cycle.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5C058-E5A6-4199-AFC3-2586F92D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718F3-D65A-488D-A08F-FFEEB9A6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4348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BDA6D-A94E-447C-9DD9-F32DCE96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5FDF0-A07D-4EC2-B966-219EE73A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8DC1E-F817-405A-9CE1-297F48E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9F2A7-28DD-4977-823D-686C4E9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003AA-4D72-4C3B-933F-EAD6C1F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RLVR and anomaly forecasting turn the sim into an evaluator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E2F11-F82D-4095-BC19-13AD16C8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same deterministic physics scores policies and forecasts near-term ammonia/oxygen risk without mutating live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704BD-925B-4C58-A551-74E8CE4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E688D-AE44-435C-A506-6FBCF82D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RLVR verifier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E88A5-96A7-404D-8997-686F1999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800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Naive and safety policies run across fixed scenarios. Reward combines survival, biomass, water quality, and mortality.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EEC70-3CB9-4618-B4D9-72B8924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A5736-189D-4E63-8BD4-263116D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Anomaly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4894E-E8B6-4780-BE2F-B0BC1C4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800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GET /forecast/anomaly projects routine operation and reports stable, warning, or critical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406D-3DCE-475A-844C-9C855008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90D41-49F5-4D26-A2B0-EBEA2BF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Operator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91EB2-F94E-42FE-B111-D225AA4B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800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Forecast recommendations trigger safer feed, aeration, and verified water-exchange behavior before mortality.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EC9DC-532C-4D75-B618-4D01C23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71E49-6BE7-43E6-9493-11290FD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7337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9A96B-BDCC-486E-B3EC-94033F9B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CFD60-7EDB-4929-8CFE-3A9AF8BF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D67BD-C3DC-4FF3-880B-0B5BEF1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6327-B6DE-473B-80FE-3665EB32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Self-healing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DC076-8BDB-47A5-9F75-36A658C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Real failover and real field radio have executable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A02D4-AC8C-4099-B88B-12F46BE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Horde preserves managed agent state across owner loss; two physical nRF9151 DKs prove the DECT NR+ link.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E4A83-9906-4CA5-BDAB-E63ADE3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8B3A-D203-42E9-BED7-4E8C6C8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proteinloop_web@web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CD545-C45E-48DD-A245-25A93374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Initial owner persists the completed Gemma probe.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41146-FF16-491F-AC74-57C76998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AC6A3-6DBD-4C43-871E-25E43DAB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9BA65-833C-4C7E-8884-90FAA9B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Horde 0.10.0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4FE27-C1AD-4BC9-9A40-8BB06ED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Participation membership transfers managed ownership.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847C5-9061-408E-9834-96BFEDC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25BE1-DA56-4C42-AAB1-E891FFAB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71904-0557-4143-B98B-071913F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proteinloop_peer@peer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64701-64FE-49C2-AD7C-D43AC8F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Survivor restores the same Sagents AgentServer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5E342-5407-49DF-8899-732E2C0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984DA-0AB1-4399-9FBE-6FE7CF18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Horde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AD3CA-88B1-4E38-A668-4056CED1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Identity, state token, and fingerprint stay unchanged; restore_count increases on the peer and both nodes rejoin.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F1E4A-3AA8-4445-A4E6-71A861FC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36D76-3522-49D7-8E3E-782CDE3C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Physical DECT NR+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46DB2-B71B-4D80-A8EC-74C711B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610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FT 1051223739 and PT 1051239227 show matching sequences in both directions. Read-only capture; no flash/reset; simulated: false.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F1206-A653-4540-81D4-BF95A76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A09A6-CB67-40A3-BAE5-21F837E6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36822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A35DF-749D-47D6-851E-5F03EF5E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D3BF-79D2-4CC1-8C72-1B23E8F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FA2DE-1053-480F-9D3A-D445322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E08D-AA96-41F4-AEEA-3670553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Producer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19CB0-7F33-49D5-84CA-20914CD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Human approval is control flow, not decoration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0CF7F-DB1F-4925-888F-5103348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Risky water and harvest actions pause for the producer, while offline rules keep emergency guidance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5675F-7287-4E8B-A746-D9383BF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9FB53-CF94-490C-885F-5906F290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BABDB-94A6-4C39-B692-9CBEB926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Agent.resume executes the interrupted Sagents tool exactly once after producer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6A3C5-EB26-49F9-A886-5759B59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16595-3DB6-4607-8601-8572D627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Half / Reject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47A4C-15B5-449A-B383-9D2E0F0A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Apply half is re-verified; rejection resumes with zero simulator mutation.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31171-A3A7-4FB9-BDAF-45FDDBB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50839-F516-4F79-A778-9E44C25C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Offline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302C8-0AB9-4414-9F24-6F89981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28003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Deterministic English emergency instructions remain available without model or cloud access.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FF9FC-EB42-477C-AD70-8D53DC9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41FAB-9F4C-4D84-BC01-EB0CBA55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92929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78F08-2B8E-4626-8FB0-306A636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A9087-7F58-4AC3-A38A-D7895D8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9E605-7301-47B9-8B0E-060A642A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D0072-BEC1-43B8-ADBA-A904346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Gemma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5D772-A63E-4E37-B71F-0686BE0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Local Gemma 4 already powers the real Sagents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2B721-BC78-4DF5-9D48-5BFC171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E2B proves the loop offline through the same portable GEMMA_ENDPOINT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59855-8A6A-427F-9890-59B76D0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0C1DF-4ABC-4615-A5DA-E8C2135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Sagents 0.9.0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DC509-91AD-40D0-9C84-3F246300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Five agents, custom safety mode, until_tool_success, and resumable HITL.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7AE92-010B-492F-8D45-3147D4F4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87985-F663-4D3F-94A0-25AAD4A0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1F71A-5C86-46D2-935A-88060CE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GEMMA_ENDPOINT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2E40C-3F56-4885-B13A-6E9C5066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/v1/models and /v1/chat/completions; no code change for Fireworks or vLLM.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8567F-7A83-4197-8273-01524C9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0B138-027C-41D4-B6A4-8E7EDDB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3A147-25D2-46E0-A0AE-8C602EA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llama.cpp + Metal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C3BBC-61DD-42E9-8848-80E7D68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smallest Gemma 4 instruction model runs locally and offline after installation.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C702C-6FD2-43C0-86AD-3942648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24350"/>
            <a:ext cx="7429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A9E3D-B74D-4BE6-A96E-E9C60F16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708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Verifier remains in front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BE532-3A7D-412A-AE04-F1B2F49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00600"/>
            <a:ext cx="708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Local Gemma proposals cannot mutate state without passing deterministic simulator safety rules.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3D5C5-FD2B-4563-A3CE-ACB8C00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34BD4-4B4A-4DAF-8A78-8F69C9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56090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82152-7582-4EDA-AC7F-300C9A64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8502B-48A6-4464-9967-B240395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F2AC2-C7F7-4676-930F-F55EF57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ProteinLoop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5C305-153C-47A7-89E9-9A201F8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Submission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EB85A-76A7-4A04-9D54-B60C404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ProteinLoop is a startup pitch with executable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FF1DE-2961-45EA-9EA1-732C7E4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food-security product built as a verifier-gated, human-aware, fault-tolerant agentic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DBA06-A8BC-4EED-A21A-DE8CC50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C0D2A-F4CD-4422-9FC0-D5041B1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9432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Market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BEE5D-E811-4CF1-B49D-1613EB3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9432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Rural families and cooperatives that need low-cost, resilient protein production.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DBC6D-B67D-481C-B77D-7B9D4D4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28832-6772-4921-89D3-47DBBE29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9432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Technical moat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FE37-C588-4AAC-8468-E4C4965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432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Sagents/Horde failover, physical DECT NR+ proof, physics verifier, RLVR scoring, resumable HITL, and offline Gemma 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70CBA-28E6-4B64-BBD6-BD0B8F9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0369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20E4E-F8CA-4387-B58F-6E71DAF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9432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judges can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8CA3E-7820-485D-A36E-D4709F3D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9432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Docker app, local Gemma E2B, five-agent loop, producer approval, and validated software plus hardware evidence packets.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8136-9788-4F3D-BAA9-9A91AEF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Ask: Best Unicorn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E1296-FA3B-4285-9EC2-B477412C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verifier gates every model or producer action before simulator mutation.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BE5E-DEBB-44A0-A034-B6F73EF4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7900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2026-07-10T17:34:05.3170000Z</dcterms:created>
  <dcterms:modified xsi:type="dcterms:W3CDTF">2026-07-10T17:34:05.3170000Z</dcterms:modified>
</coreProperties>
</file>