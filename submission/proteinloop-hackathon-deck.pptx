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cb4089c5d84d7a" /><Relationship Type="http://schemas.openxmlformats.org/officeDocument/2006/relationships/extended-properties" Target="/docProps/app.xml" Id="Re7c7b960d0dc46db" /><Relationship Type="http://schemas.openxmlformats.org/officeDocument/2006/relationships/officeDocument" Target="/ppt/presentation.xml" Id="Reb76bb5ccd1346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ccda9784b34016"/>
  </p:sldMasterIdLst>
  <p:notesMasterIdLst>
    <p:notesMasterId xmlns:r="http://schemas.openxmlformats.org/officeDocument/2006/relationships" r:id="R521f499f918d42ec"/>
  </p:notesMasterIdLst>
  <p:sldIdLst>
    <p:sldId xmlns:r="http://schemas.openxmlformats.org/officeDocument/2006/relationships" id="256" r:id="R2d5a30f24505496e"/>
    <p:sldId xmlns:r="http://schemas.openxmlformats.org/officeDocument/2006/relationships" id="257" r:id="R62d4cee324f44e06"/>
    <p:sldId xmlns:r="http://schemas.openxmlformats.org/officeDocument/2006/relationships" id="258" r:id="R944f1826d8654272"/>
    <p:sldId xmlns:r="http://schemas.openxmlformats.org/officeDocument/2006/relationships" id="259" r:id="R8308e117b7b74642"/>
    <p:sldId xmlns:r="http://schemas.openxmlformats.org/officeDocument/2006/relationships" id="260" r:id="Ra06c9ab110294bc8"/>
    <p:sldId xmlns:r="http://schemas.openxmlformats.org/officeDocument/2006/relationships" id="261" r:id="Rd11b3b291ea04cfb"/>
    <p:sldId xmlns:r="http://schemas.openxmlformats.org/officeDocument/2006/relationships" id="262" r:id="Rddfc869470614112"/>
    <p:sldId xmlns:r="http://schemas.openxmlformats.org/officeDocument/2006/relationships" id="263" r:id="R59e6a83106834c2c"/>
    <p:sldId xmlns:r="http://schemas.openxmlformats.org/officeDocument/2006/relationships" id="264" r:id="R92c0a5d3033045cb"/>
    <p:sldId xmlns:r="http://schemas.openxmlformats.org/officeDocument/2006/relationships" id="265" r:id="Rc008e44c0a264e0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cda9784b34016" /><Relationship Type="http://schemas.openxmlformats.org/officeDocument/2006/relationships/theme" Target="/ppt/theme/theme1.xml" Id="R9830bef0f99f4cfb" /><Relationship Type="http://schemas.openxmlformats.org/officeDocument/2006/relationships/notesMaster" Target="/ppt/notesMasters/notesMaster1.xml" Id="R521f499f918d42ec" /><Relationship Type="http://schemas.openxmlformats.org/officeDocument/2006/relationships/presProps" Target="/ppt/presProps.xml" Id="Re8364c7b6f8a490a" /><Relationship Type="http://schemas.openxmlformats.org/officeDocument/2006/relationships/viewProps" Target="/ppt/viewProps.xml" Id="R182948ba0e524f2b" /><Relationship Type="http://schemas.openxmlformats.org/officeDocument/2006/relationships/tableStyles" Target="/ppt/tableStyles.xml" Id="R8faaa81ca37f4a3d" /><Relationship Type="http://schemas.openxmlformats.org/officeDocument/2006/relationships/slide" Target="/ppt/slides/slide1.xml" Id="R2d5a30f24505496e" /><Relationship Type="http://schemas.openxmlformats.org/officeDocument/2006/relationships/slide" Target="/ppt/slides/slide2.xml" Id="R62d4cee324f44e06" /><Relationship Type="http://schemas.openxmlformats.org/officeDocument/2006/relationships/slide" Target="/ppt/slides/slide3.xml" Id="R944f1826d8654272" /><Relationship Type="http://schemas.openxmlformats.org/officeDocument/2006/relationships/slide" Target="/ppt/slides/slide4.xml" Id="R8308e117b7b74642" /><Relationship Type="http://schemas.openxmlformats.org/officeDocument/2006/relationships/slide" Target="/ppt/slides/slide5.xml" Id="Ra06c9ab110294bc8" /><Relationship Type="http://schemas.openxmlformats.org/officeDocument/2006/relationships/slide" Target="/ppt/slides/slide6.xml" Id="Rd11b3b291ea04cfb" /><Relationship Type="http://schemas.openxmlformats.org/officeDocument/2006/relationships/slide" Target="/ppt/slides/slide7.xml" Id="Rddfc869470614112" /><Relationship Type="http://schemas.openxmlformats.org/officeDocument/2006/relationships/slide" Target="/ppt/slides/slide8.xml" Id="R59e6a83106834c2c" /><Relationship Type="http://schemas.openxmlformats.org/officeDocument/2006/relationships/slide" Target="/ppt/slides/slide9.xml" Id="R92c0a5d3033045cb" /><Relationship Type="http://schemas.openxmlformats.org/officeDocument/2006/relationships/slide" Target="/ppt/slides/slide10.xml" Id="Rc008e44c0a264e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77f57a8f55f49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12de5ebe464250" /><Relationship Type="http://schemas.openxmlformats.org/officeDocument/2006/relationships/notesMaster" Target="/ppt/notesMasters/notesMaster1.xml" Id="Rf37db475d4c648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490173e55f4693" /><Relationship Type="http://schemas.openxmlformats.org/officeDocument/2006/relationships/notesMaster" Target="/ppt/notesMasters/notesMaster1.xml" Id="R4df87397609649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666755d70c40cb" /><Relationship Type="http://schemas.openxmlformats.org/officeDocument/2006/relationships/notesMaster" Target="/ppt/notesMasters/notesMaster1.xml" Id="R3a73ba55ff774d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2cbd3387244dfd" /><Relationship Type="http://schemas.openxmlformats.org/officeDocument/2006/relationships/notesMaster" Target="/ppt/notesMasters/notesMaster1.xml" Id="Rfa3bbb1fa9d747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c0b214954e49ad" /><Relationship Type="http://schemas.openxmlformats.org/officeDocument/2006/relationships/notesMaster" Target="/ppt/notesMasters/notesMaster1.xml" Id="R0f6422fcb51e4c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e29c47080440c9" /><Relationship Type="http://schemas.openxmlformats.org/officeDocument/2006/relationships/notesMaster" Target="/ppt/notesMasters/notesMaster1.xml" Id="R9aad3070a5664a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985729255a4897" /><Relationship Type="http://schemas.openxmlformats.org/officeDocument/2006/relationships/notesMaster" Target="/ppt/notesMasters/notesMaster1.xml" Id="R586c803396da46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4c104fa4304539" /><Relationship Type="http://schemas.openxmlformats.org/officeDocument/2006/relationships/notesMaster" Target="/ppt/notesMasters/notesMaster1.xml" Id="Rc9d528445d254b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3e06c846504f55" /><Relationship Type="http://schemas.openxmlformats.org/officeDocument/2006/relationships/notesMaster" Target="/ppt/notesMasters/notesMaster1.xml" Id="Rb49f1897ebe64a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ffae4bd6334fd8" /><Relationship Type="http://schemas.openxmlformats.org/officeDocument/2006/relationships/notesMaster" Target="/ppt/notesMasters/notesMaster1.xml" Id="R0336a90cf68e48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aefb9fd77473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ce9ac971e9f4584" /><Relationship Type="http://schemas.openxmlformats.org/officeDocument/2006/relationships/slideLayout" Target="/ppt/slideLayouts/slideLayout2.xml" Id="Rb1e56053a16842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e56053a16842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6db35b4d7d46e2" /><Relationship Type="http://schemas.openxmlformats.org/officeDocument/2006/relationships/notesSlide" Target="/ppt/notesSlides/notesSlide1.xml" Id="R92a35178703f40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0bfea6d21340c3" /><Relationship Type="http://schemas.openxmlformats.org/officeDocument/2006/relationships/notesSlide" Target="/ppt/notesSlides/notesSlide2.xml" Id="R5c97934a7aa948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9c744273614b27" /><Relationship Type="http://schemas.openxmlformats.org/officeDocument/2006/relationships/notesSlide" Target="/ppt/notesSlides/notesSlide3.xml" Id="R4ea93735269249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3c9952e8fc4d3e" /><Relationship Type="http://schemas.openxmlformats.org/officeDocument/2006/relationships/notesSlide" Target="/ppt/notesSlides/notesSlide4.xml" Id="R66d07bf7d56e4a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14eb99b04c45ea" /><Relationship Type="http://schemas.openxmlformats.org/officeDocument/2006/relationships/notesSlide" Target="/ppt/notesSlides/notesSlide5.xml" Id="R57392b10d51140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a76a8743e64e83" /><Relationship Type="http://schemas.openxmlformats.org/officeDocument/2006/relationships/notesSlide" Target="/ppt/notesSlides/notesSlide6.xml" Id="Rfa0cf0f0c2f04b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c17ad611174f34" /><Relationship Type="http://schemas.openxmlformats.org/officeDocument/2006/relationships/notesSlide" Target="/ppt/notesSlides/notesSlide7.xml" Id="Rba5c8c39d9ad4f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8330c148b7475c" /><Relationship Type="http://schemas.openxmlformats.org/officeDocument/2006/relationships/notesSlide" Target="/ppt/notesSlides/notesSlide8.xml" Id="R23ba02ec3a9441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1932a46d724df5" /><Relationship Type="http://schemas.openxmlformats.org/officeDocument/2006/relationships/notesSlide" Target="/ppt/notesSlides/notesSlide9.xml" Id="Rfb34dba0139045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9198681c024c00" /><Relationship Type="http://schemas.openxmlformats.org/officeDocument/2006/relationships/notesSlide" Target="/ppt/notesSlides/notesSlide10.xml" Id="Rf65db04073e84c9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91BB0B-D7C5-4B8E-9EC0-C5C8D97C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C99B3D-C99A-483F-B230-97C51232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0F4E5-658B-4927-B9D4-97080335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803DB-2DE8-4481-9778-4B0B0A98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1BD61C-6FEB-4383-819B-BB6C0D92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410A8-4E68-46E8-BEC7-FB5BA26E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B5D3D-CF9E-491D-B1CE-5AF5BA6D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C6A7A-72B3-46AB-BD3F-8BFB2EB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FC0D0-033A-4D52-B697-B2F9C84C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43619F-2866-4ACB-A40D-A59CA397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A2CF8-3238-4C2F-A459-58CDA666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E7D75-D971-4A48-A328-2D68320F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F9739-000B-45A4-B144-2D8EEBD0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F095F-E756-4729-AFC5-7460F8A2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11CEC6-443E-4CA5-80C8-62EA4B70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C804E-6449-4365-A6F1-0390A324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E28969-AA0A-4F9B-8B92-5A16BB0A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739BDF-D9E7-4D26-A9F9-18D689EB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E2B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906687-04D0-4CB4-AFBA-BDC61CC5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llama.cpp + Metal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F3279-136D-4355-8D49-FA38E6FA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99B230-0484-4250-895C-FDABEBCE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D5E766-CB83-4856-B4EB-4F9E4480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607785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2245F4-3B59-4646-83B0-480D2DED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DFB73-B790-423A-863A-2F3A1F91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AF779-EBC4-4C60-8985-B2731872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B9BA3-E2B9-4FD3-B2D2-55E50F53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95735-5AD1-4129-8CFA-312F8261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links fish and plants. ProteinLoop protects every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3C1F0-368B-4CA8-85CE-CA7109B9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operational gap is making animal biomass, cross-species tradeoffs, and verified recovery immediately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0C5CDF-2458-4C14-88FA-98F3C688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23CE2-F789-44D0-9173-62EA8074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Aquaponics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64DC2-77F5-49B3-9560-F28B1029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Aquatic animals and plants share one water loop. A chemistry failure can threaten both.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D65D8-B113-4BC3-A75C-5E70312C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1CE8B-05CD-4D77-BEAF-250A2256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B993EB-EE96-4EFD-AB05-E8CAF660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C21600-36D9-4C9D-AD67-F3A02AB4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F8587-0E86-4117-A86E-9DC6EBE4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66AF3-084F-4097-8663-AFD9F432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clear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C9B0C7-C66E-431F-951A-AE53D298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285DCD-ABB6-48C1-BEAF-F1D363B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87387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4333C0-FCB7-4D6B-BF27-F793FC83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B2D8FF-D220-4B52-893E-5DE54012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9EFF9-D3E4-4E3C-8FF2-09FA9FD6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006EB-FB0F-4864-B3DA-1B7C557B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D5E0A1-3242-4BEA-BAAF-8E350B88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CCE1B-FC4B-4A9E-A32E-0BC62DE0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77194-2347-4920-B0CE-F94BF822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A6677-176A-43DD-9AA0-87DEEEAD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4BD91-9752-4CF3-BE3A-4B1E83AE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82712-CF2C-4624-AAB0-5E0A691C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866C81-4AD8-46FC-B81E-1BF36DEE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E7E6A-C75B-4578-826A-43227BB7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C59986-0137-4C61-98A9-ADE11A76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CB9113-59EB-48AC-A306-40034A6E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7A923-E46C-4723-9228-F5F1CE4C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BBF93E-E912-48E9-9A7B-7E7BB4BE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627329-948B-403A-84A3-AF81D583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CAAB98-E950-430A-8FD3-085085C2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821DC-CFA4-468C-9D11-A5BC5E58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4AC7F6-060B-40C0-BD28-DA031DFC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981389-1344-4D2E-A7E2-85F94002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667695-E80B-4B19-A772-96903F01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A72CA4-83A7-43DB-87EE-4A16C29D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Visible 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C23963-9E46-4816-866A-BB74E760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Live structured events show four briefs becoming one verifier-gated intervention.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764875-DAA1-45D7-9B6D-DCAD34A3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1CAE03-DC48-411A-B1C5-3F5CC07E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694202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D189C5-D86C-4F21-88F3-A0FE28BE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DB7FB9-2B06-40FF-93FA-8E54927E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198DC-9EA1-43DF-A3C7-81814A5A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9DD90-4935-4527-AA77-5A5D43AB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7A268-0A6E-43F7-959C-6EB42FB7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BEFC0-FC54-42F8-8E2D-99CF9FD1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B5F8F-4B40-436B-8C55-F6F57160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33087E-7EA7-4EBE-9181-DA0EE76D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6BC5B-FB41-43C1-99FD-9A17D7A9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specialists stream structured progress to the live operator 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22189-3A9D-41FB-B250-34FAF91D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16B2B-91D5-4032-BFD9-1C4CA583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A3A839-BD78-4963-861C-2C9E78BE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854DA-7ED6-49DE-A833-98894349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085FB-592A-4684-A378-404BC8EA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2A276-14CA-49B4-BF35-D3EE3ACE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B9918-1E1B-4BC0-BF5D-29115C4F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02BBBA-B87E-42DE-A5D5-0DD6899B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37D1B-4111-4D32-BF56-59EC5EB6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0B7D60-1060-4A09-ACE8-3BEC5BC3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91CBE6-3EC7-4CFB-AED8-9E76DBFF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C1A7D3-B89E-4273-88CB-EE0B98DA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19005-15C1-45DE-A48E-635F346B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B33C6-3D19-4860-9DD6-65E3ACBF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57F63B-2D3C-4348-9A89-376CD64C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A30BA-DB5B-4435-93BC-35682701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4D3662-DDCF-4727-8B13-4546C83D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264039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093961-C594-45EB-BB6C-114A851C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D3728D-D5D7-4F68-BF5A-83999CF8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A0FCA-4AF2-4231-A47D-C54818A4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E2377-2CD6-4FB6-B0E7-9AFEE3AD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FFFBD-6E77-4D28-9FB6-9F0B5923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5B99B-546A-4BD2-AE5E-1EEE19FD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1B7A3-DB38-4D3C-B43F-3FCD7251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745CE2-008E-438A-804F-FA07A1AD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E48853-349E-4A9B-AD24-44647319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163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93DCD6-64C7-47AF-B3C0-64521D65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58765D-61CF-4901-BDBB-982BF7F0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06529-55F8-45D5-928F-44431C7C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F68C83-5A14-4F16-AA66-3166A24E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69167-2BF7-4934-9AD1-E0A2063B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ABDC2-E2A6-45DD-BB80-45D7A239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A1470-1A9E-4353-9B46-0CC9FF5F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BC869-B455-4D0F-BDDB-D4E6023E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6C0814-F633-47F5-9568-33219D1A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E8A76-A21C-42D3-9B69-E72B942B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3A042-FBE9-4C18-A762-A86A292E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74AE09-7C83-4398-A660-BAA6064D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3997B8-B93B-4D86-AE73-10102696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61B586-E37B-41B9-855A-26973E7C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402650-E6B6-4874-8408-9D85F08B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D6847-55E3-4240-8A4C-83F99A7E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one-click verifier proof -&gt; see unsafe rejection and safe recovery -&gt; run the separate live Gemma mission -&gt; inspect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321871-4684-4D23-A7C6-2702B3D3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DB8976-36BD-492F-9B20-BDFE00E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236580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2A8A9A-52E6-4978-A2BC-6DDE3ED5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8D994-DF81-41F8-AAC7-D5378ED8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59B74-9D7B-4C91-A16F-BE15BD78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DAB57F-D9BD-422F-8C94-D5EE36CB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F747E-8035-4022-AEB9-9DE0E46A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C3D5D-46D1-4101-87D1-67AF98C9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9FF18-5E02-44D3-9DFE-1D224A4F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ECA95-803D-4A90-8443-9949FC8B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085BA-2BAE-4AE2-9C00-2C0DC7FD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A7E47-E16C-421D-87F0-71DB0D8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23067B-17DD-4844-9B97-F3B263BC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4E3D64-5998-4568-BCE6-FAB39569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603D80-C3BE-42C6-90DE-F4B3F1BE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4A20F-B620-451D-BF07-A62B320C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66EDE-D04B-4B23-9AA5-0B340A04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54EFE-D876-41E9-8E26-164AA5F7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65A2B3-E988-4D9A-9AC8-CACC4FFA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328799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EA1057-0350-44F8-AB01-74F1A441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555F5-EFD3-48DC-99D5-03A337FE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B6734-49E8-42D5-B8DF-3238DCD8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7E53E-006C-4EB2-81A3-F1F3DC48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Off-grid continuity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8629C-C68C-4539-BB85-3D500111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Private field radio keeps the food control loop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C2FA6-6092-4456-9E77-3526CF6C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No Wi-Fi for the tank hop. No cloud for inference. Solar-plus-battery power is the next measured field proof.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17317-253E-425A-8A2D-9AE37FCF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26695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C2C8F-995A-4F4C-8FB4-C656C16B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PT tank node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FB0543-D2AF-4B8A-918A-EE238648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nRF9151 at the tank. Physical board proven; chemistry probes integrate next.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BD42C-9952-46D9-97D5-43C97C5B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33DCCF-DBE1-4772-A52A-A253F326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66950"/>
            <a:ext cx="2362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9B1CF-A7F5-4D46-8279-B69A25CB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00300"/>
            <a:ext cx="2019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900DC-2FE0-49FD-ACB7-7139C7E0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43200"/>
            <a:ext cx="2019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Private non-cellular 5G hop. No Wi-Fi, SIM, or cloud. Sequence 100 proven.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14A04-160A-4BFA-9F56-D94148AD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950909-5FFD-4337-83D0-21FCFE35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A1810A-7961-4560-A6A8-2D785C61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FT gateway radio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0C8BF0-48AB-4C8A-9162-4E6C3DA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nRF9151 receives the field packet and hands it to edge compute.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0B91E-10BE-4555-AA33-623C32EF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93A5CA-17E9-4439-825D-62B211D5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66950"/>
            <a:ext cx="2952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21733-8153-414F-9C54-205FB67F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00300"/>
            <a:ext cx="2609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Separate edge computer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E752D5-F73B-4C3C-B8F3-3672F622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3200"/>
            <a:ext cx="2609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Self-hosted Gemma + deterministic verifier + producer workflow. The radios do not run the model.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4FAF5B-944F-486A-BA34-8E6A9FFE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2525F2-722C-4EA0-857E-77C7A7DF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Proven now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0F8A8B-0622-4758-825C-D2BC4F42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Two-board bidirectional radio, local Gemma 4 E2B, offline rules, verifier gating, and producer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DC55DC-81C3-48CB-A1BA-36E592C7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148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D808C1-8F0D-432D-8340-7B6C71FB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481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Next measured field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C3A77A-49FE-4669-A190-3FACCECB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910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Physical water probes, solar energy budget, battery autonomy, range, and regional spectrum approval.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39B53F-430D-4C0A-8396-9F706C0C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89C0E-58B5-4284-8191-5F7691CE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8514298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9B8290-B600-4BF7-AA5E-14E01FD0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B33CD-ACE9-413E-B52F-55B43156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C52C37-5F80-430D-93C1-56787972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8FB3A-F2DA-4812-8F2E-F26D8071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365ED-FFD1-4F3C-AD5A-5BAA5CAF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Human approval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705C80-2594-4998-9959-865348DD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43688-4BD3-4A87-B511-15514FF0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6492E-8C55-41F7-A6C7-520CA69D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5B86F-2E0E-4C8E-9CC8-B0C03277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54383-6ED9-4E44-82AF-C66661DA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57F1E-1E26-455D-88AA-A8F4A694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Half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B2A93D-A2A9-4E39-A355-50B41B74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Apply half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61EC57-D498-4C7C-B784-D8E7461F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4B3869-C598-4628-83DE-ED902FC4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E9B221-19D4-4831-A16B-1CB2DDA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Deterministic English emergency instructions remain available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73D8A-E378-4732-BFEA-5EDBD1B6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F2D14F-E3FC-4374-AE20-EBD91B57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9144125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7103D3-721C-4BEF-9CDF-7CBF4D59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D16A65-05FF-402B-9121-41EC9E0E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32829-B41D-4983-8B29-B02CE873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DBB83-9FBE-4997-BD04-5678A2E1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runtime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F0640-F00D-4D28-814A-5CFED7F1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Self-hosted Gemma keeps reasoning on the farm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5F509-81F1-4495-88E1-C8376E1D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radios move field data; a separate edge computer runs AI and deterministic safety without cloud access.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1C06D-E9D2-459F-B597-FB883604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CF79C-3B5E-417E-9ED8-7D9C54C3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C8A71-01DA-48C0-9817-43BD81C6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E9844-713D-4269-B492-D13E5220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3C84C6-506C-4EB6-9D97-B2FEF86C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B5C23-41C3-4938-8B12-4C9C1EB7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198E3-5FE8-433F-9104-E1A67281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C097BC-C85F-403C-9B35-2D8D7E14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54287-7B5E-4857-AE41-3B572F64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47A42-9A8A-4D36-A126-54535417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Separate edge runtime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C28E0F-9853-46AE-B8DC-2DD53419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Gemma 4 E2B runs locally through llama.cpp + Metal. nRF9151 transports data; it does not run Gemma.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ED0C4-DE8C-4320-91D7-736DF7D1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2E1B3-A29A-4010-B3E9-330DB03A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0D57D7-174F-4812-B62B-F3342ECE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Local Gemma proposals cannot mutate state without deterministic safety. Solar autonomy is a planned power proof, not a current claim.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9FC34C-5F9F-4C9F-9C66-722560D6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F9B68F-B688-42C6-87E6-512B5A52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509596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727C4F-203A-49FB-A118-20356E4F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D2FB7-8D5B-4C21-A32D-73F1D245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3E743-DB82-463C-9353-E6CDDE89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967A8-2656-4195-9DB1-1236810E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62D85-D03B-4A1E-8A22-BF05FFE1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BEC43-68C0-4644-89B3-0C4160A2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40019F-7A15-4D1C-97C3-D4EE30BA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0000F-403B-4DEC-AE28-00C0D4F5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5B74C7-825F-4054-8D8B-D6680447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where farm Wi-Fi, cloud access, and grid electricity cannot be assumed.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692EE-CD09-49D7-99F1-4C1151B0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03236-71D3-4A24-8B0E-8F0BEB44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F1B6C-D828-4763-8161-CA203479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Private DECT NR+ field transport, self-hosted Gemma, physics verifier, RLVR, resumable HITL, and real Sagents/Horde failover.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BCFC1D-5753-472E-B886-769C7145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1BF421-BD19-4EF9-95A4-227E52E9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29AB5F-66BC-48BB-B0BD-E1B75500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live five-agent activity, local Gemma E2B, producer approval, and proven radio evidence with honest solar/sensor milestones.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AFFEC-4D4F-459B-AA0B-3662E23F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C66A5B-EE71-4EF1-8F3C-E5BCE1EC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2545A-D3AD-422F-B37C-270DA9F8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37579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2026-07-11T04:17:44.0120000Z</dcterms:created>
  <dcterms:modified xsi:type="dcterms:W3CDTF">2026-07-11T04:17:44.0120000Z</dcterms:modified>
</coreProperties>
</file>