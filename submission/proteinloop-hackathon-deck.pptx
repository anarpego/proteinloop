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9c5ae3d88c446a" /><Relationship Type="http://schemas.openxmlformats.org/officeDocument/2006/relationships/extended-properties" Target="/docProps/app.xml" Id="R98390a2508324b00" /><Relationship Type="http://schemas.openxmlformats.org/officeDocument/2006/relationships/officeDocument" Target="/ppt/presentation.xml" Id="R4fc77535289c4e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b63d29237e40fd"/>
  </p:sldMasterIdLst>
  <p:notesMasterIdLst>
    <p:notesMasterId xmlns:r="http://schemas.openxmlformats.org/officeDocument/2006/relationships" r:id="R6d91cd40159543b9"/>
  </p:notesMasterIdLst>
  <p:sldIdLst>
    <p:sldId xmlns:r="http://schemas.openxmlformats.org/officeDocument/2006/relationships" id="256" r:id="Rc28cc2d0fc5e49cd"/>
    <p:sldId xmlns:r="http://schemas.openxmlformats.org/officeDocument/2006/relationships" id="257" r:id="Rdb9afc10dc7a45a5"/>
    <p:sldId xmlns:r="http://schemas.openxmlformats.org/officeDocument/2006/relationships" id="258" r:id="Rc5a66e95cf2a44e2"/>
    <p:sldId xmlns:r="http://schemas.openxmlformats.org/officeDocument/2006/relationships" id="259" r:id="R48b19b12069240c5"/>
    <p:sldId xmlns:r="http://schemas.openxmlformats.org/officeDocument/2006/relationships" id="260" r:id="R360a2fff4e234b07"/>
    <p:sldId xmlns:r="http://schemas.openxmlformats.org/officeDocument/2006/relationships" id="261" r:id="R83df63821acb4509"/>
    <p:sldId xmlns:r="http://schemas.openxmlformats.org/officeDocument/2006/relationships" id="262" r:id="R51083432c8974847"/>
    <p:sldId xmlns:r="http://schemas.openxmlformats.org/officeDocument/2006/relationships" id="263" r:id="Re94e55f727ee446c"/>
    <p:sldId xmlns:r="http://schemas.openxmlformats.org/officeDocument/2006/relationships" id="264" r:id="R91e9509f180d4d16"/>
    <p:sldId xmlns:r="http://schemas.openxmlformats.org/officeDocument/2006/relationships" id="265" r:id="R0c577d8493d24a7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63d29237e40fd" /><Relationship Type="http://schemas.openxmlformats.org/officeDocument/2006/relationships/theme" Target="/ppt/theme/theme1.xml" Id="Rc774482a21cf4cbe" /><Relationship Type="http://schemas.openxmlformats.org/officeDocument/2006/relationships/notesMaster" Target="/ppt/notesMasters/notesMaster1.xml" Id="R6d91cd40159543b9" /><Relationship Type="http://schemas.openxmlformats.org/officeDocument/2006/relationships/presProps" Target="/ppt/presProps.xml" Id="Rc15a66b4a150488b" /><Relationship Type="http://schemas.openxmlformats.org/officeDocument/2006/relationships/viewProps" Target="/ppt/viewProps.xml" Id="Rd0a7b087b2344c4d" /><Relationship Type="http://schemas.openxmlformats.org/officeDocument/2006/relationships/tableStyles" Target="/ppt/tableStyles.xml" Id="R7542d28a6a764241" /><Relationship Type="http://schemas.openxmlformats.org/officeDocument/2006/relationships/slide" Target="/ppt/slides/slide1.xml" Id="Rc28cc2d0fc5e49cd" /><Relationship Type="http://schemas.openxmlformats.org/officeDocument/2006/relationships/slide" Target="/ppt/slides/slide2.xml" Id="Rdb9afc10dc7a45a5" /><Relationship Type="http://schemas.openxmlformats.org/officeDocument/2006/relationships/slide" Target="/ppt/slides/slide3.xml" Id="Rc5a66e95cf2a44e2" /><Relationship Type="http://schemas.openxmlformats.org/officeDocument/2006/relationships/slide" Target="/ppt/slides/slide4.xml" Id="R48b19b12069240c5" /><Relationship Type="http://schemas.openxmlformats.org/officeDocument/2006/relationships/slide" Target="/ppt/slides/slide5.xml" Id="R360a2fff4e234b07" /><Relationship Type="http://schemas.openxmlformats.org/officeDocument/2006/relationships/slide" Target="/ppt/slides/slide6.xml" Id="R83df63821acb4509" /><Relationship Type="http://schemas.openxmlformats.org/officeDocument/2006/relationships/slide" Target="/ppt/slides/slide7.xml" Id="R51083432c8974847" /><Relationship Type="http://schemas.openxmlformats.org/officeDocument/2006/relationships/slide" Target="/ppt/slides/slide8.xml" Id="Re94e55f727ee446c" /><Relationship Type="http://schemas.openxmlformats.org/officeDocument/2006/relationships/slide" Target="/ppt/slides/slide9.xml" Id="R91e9509f180d4d16" /><Relationship Type="http://schemas.openxmlformats.org/officeDocument/2006/relationships/slide" Target="/ppt/slides/slide10.xml" Id="R0c577d8493d24a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4260fff2a3c4c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9bfcf659d44e99" /><Relationship Type="http://schemas.openxmlformats.org/officeDocument/2006/relationships/notesMaster" Target="/ppt/notesMasters/notesMaster1.xml" Id="R1082bcd4b3144c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0c9c3b100b4671" /><Relationship Type="http://schemas.openxmlformats.org/officeDocument/2006/relationships/notesMaster" Target="/ppt/notesMasters/notesMaster1.xml" Id="R6be5f284469948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f36226652747e9" /><Relationship Type="http://schemas.openxmlformats.org/officeDocument/2006/relationships/notesMaster" Target="/ppt/notesMasters/notesMaster1.xml" Id="R788ffce643e548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664aa70e394f1b" /><Relationship Type="http://schemas.openxmlformats.org/officeDocument/2006/relationships/notesMaster" Target="/ppt/notesMasters/notesMaster1.xml" Id="R18ff730b993f42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4029a2fead4975" /><Relationship Type="http://schemas.openxmlformats.org/officeDocument/2006/relationships/notesMaster" Target="/ppt/notesMasters/notesMaster1.xml" Id="R9ec064ba350a47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ee7581919f4453" /><Relationship Type="http://schemas.openxmlformats.org/officeDocument/2006/relationships/notesMaster" Target="/ppt/notesMasters/notesMaster1.xml" Id="Rece269ced43e48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cf40fbd4ce4f24" /><Relationship Type="http://schemas.openxmlformats.org/officeDocument/2006/relationships/notesMaster" Target="/ppt/notesMasters/notesMaster1.xml" Id="Rbd0728afef3043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d10f614c474be2" /><Relationship Type="http://schemas.openxmlformats.org/officeDocument/2006/relationships/notesMaster" Target="/ppt/notesMasters/notesMaster1.xml" Id="Raa8619718ef94d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cd0afcdc744ae3" /><Relationship Type="http://schemas.openxmlformats.org/officeDocument/2006/relationships/notesMaster" Target="/ppt/notesMasters/notesMaster1.xml" Id="Rbb71dbe6394c43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7e03be3f8d4358" /><Relationship Type="http://schemas.openxmlformats.org/officeDocument/2006/relationships/notesMaster" Target="/ppt/notesMasters/notesMaster1.xml" Id="Rb406a8b6909f46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51f69dc881475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244d88ceda04aa7" /><Relationship Type="http://schemas.openxmlformats.org/officeDocument/2006/relationships/slideLayout" Target="/ppt/slideLayouts/slideLayout2.xml" Id="Rb7953813de1e4f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953813de1e4f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d0904a1a124bff" /><Relationship Type="http://schemas.openxmlformats.org/officeDocument/2006/relationships/notesSlide" Target="/ppt/notesSlides/notesSlide1.xml" Id="Rd8b46e7f66e14a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ee662a68f147dd" /><Relationship Type="http://schemas.openxmlformats.org/officeDocument/2006/relationships/notesSlide" Target="/ppt/notesSlides/notesSlide2.xml" Id="R56c48c5f633541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105f6428c14e51" /><Relationship Type="http://schemas.openxmlformats.org/officeDocument/2006/relationships/notesSlide" Target="/ppt/notesSlides/notesSlide3.xml" Id="R05b36b2d0ef840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2cac8d69a8488a" /><Relationship Type="http://schemas.openxmlformats.org/officeDocument/2006/relationships/notesSlide" Target="/ppt/notesSlides/notesSlide4.xml" Id="R87e12c45a1a842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fe7b96777b4d07" /><Relationship Type="http://schemas.openxmlformats.org/officeDocument/2006/relationships/notesSlide" Target="/ppt/notesSlides/notesSlide5.xml" Id="Rcfa7bc4981ee45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f725ef296e4094" /><Relationship Type="http://schemas.openxmlformats.org/officeDocument/2006/relationships/notesSlide" Target="/ppt/notesSlides/notesSlide6.xml" Id="Rf673a3953b2445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6ea3cb52f54c5c" /><Relationship Type="http://schemas.openxmlformats.org/officeDocument/2006/relationships/notesSlide" Target="/ppt/notesSlides/notesSlide7.xml" Id="R4afe54751b374c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1220b9b9284e12" /><Relationship Type="http://schemas.openxmlformats.org/officeDocument/2006/relationships/notesSlide" Target="/ppt/notesSlides/notesSlide8.xml" Id="Rb9373466548247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d2dc5668854165" /><Relationship Type="http://schemas.openxmlformats.org/officeDocument/2006/relationships/notesSlide" Target="/ppt/notesSlides/notesSlide9.xml" Id="Rc450918b97be41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722dfb9f4e4023" /><Relationship Type="http://schemas.openxmlformats.org/officeDocument/2006/relationships/notesSlide" Target="/ppt/notesSlides/notesSlide10.xml" Id="R59f5b98638df46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96CD6C-720F-47AF-9C08-E0182934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BA268C-9511-4C38-8F23-980248B1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663F5-775F-4042-BF1B-9B178064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B754A-4F79-472D-B8B6-DA2588B6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2D5D1-0AC3-45B0-9448-800BE6B6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3FDFF-498B-434A-8FDE-8DFCE29E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D48CA-66E3-4548-AA08-BFFC15C5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BE6CE-A2B0-4B6C-8A7D-E1A9A8FC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31000-493A-4C68-930E-99A6EDC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F13060-C28C-44A4-87CE-3EECDDCE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D8BE2-776D-499A-868E-8FDB3DD5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2A290-50DE-49FF-B4B5-2F731299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222D9-D00B-435D-8EBD-F4EA5148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636D4-9352-4A25-B243-ED097770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549FA-3696-46C1-8D2C-3E811155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137A5B-D44C-468E-850E-EDD0DA4F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650957-0541-45E2-8713-195D50C2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6E455-A3A3-4C68-9B58-8B423727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E2B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BD05EC-982F-469C-BC02-F588BBBF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llama.cpp + Metal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915A1E-36A7-49D8-8D15-DC89F736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00C90E-52DF-4514-90A0-B512F486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E83783-611E-4E76-BB85-C67FB56F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002599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60F5F3-69B2-4B08-A870-D851B281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7E432-165E-43F5-A3FB-8EB7013A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DA22F-9B28-467F-80A0-6D23DEAD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A0064B-6071-4F2E-9B71-F831C4B7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FAC56-0C10-43B0-837D-7F8822B4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is incomplete when protein is the real need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BBE22-7236-4014-ADFB-D6A054EC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Vegetables are useful, but rural families need resilient daily protein and a system they can operate safely.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F0A32-49B8-4971-827A-0BBD8F18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84E1B-8591-4721-9CCF-F7BC8097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Current aquaponics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97DF6-8208-41CF-B5F3-3478C524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Often optimized around greens and water loops. Protein production is secondary and fragile.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800D4B-FFD8-46B9-9D78-7F386410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B967B-1777-4F90-B94F-79B38CA8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B9F361-26F9-4C27-93FA-0C70DA40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85080-A7DA-40C5-AB96-A472CFB7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F0C111-2803-4ECD-835C-7F45A0F6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C2D6F9-1ADD-4A08-8038-AB14E021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Spanish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78FC38-AD26-4A3E-84AD-D9C5C1A5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F6EDA4-8F4F-4C65-876B-C216BF95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390831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5C764C-62D9-4DD8-9749-9F02CC14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3642EA-D0D1-480A-A07E-E9515C5F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D1E59-746C-45D9-98CF-EB7307F5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CBA7E-4A0A-42FD-9919-AACEF58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EC3A9-CAC3-4205-9F35-BD200C0D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EFE6A-7C76-471B-9D6C-6EAAC4C6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059AE-77FC-4540-BAA4-23F0D95E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F94C2E-9A08-4E1E-960E-5826C853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32BCB-0EC5-440B-A6E2-52C5AF30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07FBC3-1AA3-4A39-B79D-82AD96A3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79CBF6-AE37-4726-BD5E-208D4957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855A0-F205-4CAE-A883-ABC18411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ECFDC-6A1A-488A-901B-D448D92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AB47D-BA07-4208-9EA1-F4D00C7E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0C05C-2EA8-4A64-9059-E234DF53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9E0EB-D9D3-4663-A03B-00F1DAD6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8E65E-0A29-4B5E-8C35-BF51FDF1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C2512F-8943-459B-91B2-96B9A51B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67648A-E025-4DED-8176-7DF56EDB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B34E1D-C0CB-4F05-8DE8-CDD183D3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88EFD5-2E6A-4647-940C-924F5ECC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36CCE-1716-4BBA-9062-3A5EEF40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052C3F-9B07-49CC-BA95-2B59338A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30BBB2-8442-4579-AED2-025C5BA8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Balances feed, oxygen, water exchange, harvest, and risk across subsystem agents.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7A81F9-284B-4B86-B592-E5F71921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A3284F-B1BA-4874-A860-BF766169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40386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B3D23F-7CA1-4853-B2B4-007EED27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9BD3D-AC50-4FC6-A21D-7CE18073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8E937-2317-4388-B27B-8A8BF4A5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28783-16F1-4DB4-AE82-8B33BBAD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D48FE-E293-41CB-B05B-FE538C35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6073A-4BB1-4F78-B6B9-E33D8859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C0317-A0AF-4862-87AC-3CEE1559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84DDA-C0E6-4CC0-9405-2F1CF8BE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85E56-B734-400D-A029-271309BA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subagents report to a Sagents supervisor.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922963-0C97-42E9-946E-7D33ED67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5A4DB-A77D-46BF-8C73-DE39C526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005E5-DD80-4E4D-AEC1-A648760C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1F3EC-C599-4D16-97BA-C8DB037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25CFBC-BA95-4860-92B6-34201EDC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C9F3E-89CF-4976-BC4A-13C24A40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62595-0081-486C-AE47-6FDAED8A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F3B934-CECF-4D7D-BC10-149DE0E7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F7A61-4F8C-4B36-843D-1A72B53E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7DD97-CADB-4CBE-942D-5AE32A3A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8C3F16-15CA-4C01-942F-7B9B351F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9FB93D-66F7-4649-A935-6A357D1C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16B10F-E194-474E-95DD-061F2092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4D19FB-29F2-4645-A8AA-D1219FC7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D60EF1-FD0F-405D-B16C-356D29DC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1CCB84-57D7-4054-AA83-3A0E962B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3A2452-8236-4417-9E3D-B6B9324B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220328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0D2D39-1E25-4B43-B188-B2687702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74FD8-5E52-4577-989B-E2324D6E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8D8D0-60DF-4972-B9B5-3BC7F080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074B0-88B1-4675-AD65-2C9EE03D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809326-28D7-4347-B8F1-3670B89D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0F717-AA77-460A-A098-FF067534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9E0F2-8FB8-4CDB-9887-C8DD2477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1B59C-BC04-4028-8490-8F23B598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66AFD-5E46-4414-85CB-4A5F54C0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C5F6E-2613-410F-B7E5-0AEBB8C7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827982-2CDD-4D65-9E7B-89B6B936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6773F7-ACC7-4BFD-9E8A-B9E9C564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2F96C-6FB3-4156-8434-4D93E303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0F936-F571-4AA4-9D62-0F2EA7C2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AB77B-223C-442D-B90A-C03A6EC9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E365F3-DB3C-4BFF-9104-0C2C1A51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B4937-387F-4F1B-8FA1-5EAA62B7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8CB4F-3497-4DB7-86F4-F05F54D1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E4BE9-1E60-41F6-9091-18404C6C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2C70AD-98BD-449F-9EEF-A99B562D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1C3AB-B396-45D6-A848-086C2B9B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627D71-DFBE-4404-91D1-FFC5E4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0B9EFD-66B4-45A2-8C38-DF1BA6FA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B911AA-122A-4129-93B4-D7CA52FD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6A90EE-A656-40A7-9651-31721A5D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demo cascade -&gt; inspect RLVR evidence -&gt; run four real Sagents/Gemma agents -&gt; verify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21260F-1615-4E97-ACE4-ECC96BDB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FC33A4-993F-4091-AF9A-C97EDE0E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192297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C8F08B-D1B5-4741-BF20-18E76EA0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178DC-CD52-4C7C-808C-D6F6D40F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81E6C-7AA9-4D54-BF9B-7FFCA2F1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D4CCB-A8E9-43E0-85B9-81EFFB97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87297-D512-4BCE-BD80-91F2DD63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3EBB0-1DC2-4FDF-8B6C-51D54F24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995C4-F490-48D3-B454-92F34EF4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B20B8E-1EBB-48B6-B502-6CD5CB06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D9D4D-838B-448D-95D4-012D46AC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050FB-5481-4289-BB84-20121488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B8F864-D0E9-4DE5-9258-1124C4A7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0C46EC-6060-4F2C-857C-9887C8AF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2E15E3-1C34-4285-B1F6-9071B303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9C5F3-B81C-44A5-8BC7-4D3A2199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19967D-2752-41BD-B179-AB65936B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A61BA1-F98A-4492-B16B-4EC36641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0F86E0-39DB-4B0B-92B1-137C34E4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0007307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DE13C3-E7A0-46DD-8A63-EA0EEB2A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08557-8CA2-4BD6-8B2B-42AF09CC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A6108-F672-4525-B8A4-10067D61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9CC9E-27A1-4D4A-8AB8-FC8D3969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Self-healing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97D41-981A-431D-AD3F-2266E567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Real failover and real field radio have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2D3AB-7392-4C5D-9FC4-81FD078B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Horde preserves managed agent state across owner loss; two physical nRF9151 DKs prove the DECT NR+ link.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BB2E5-A94C-4619-9657-91550CF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571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177E3-5567-4416-AB60-2592FF9B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proteinloop_web@web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C2818F-74BB-41A0-BEB3-826188E4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62250"/>
            <a:ext cx="2228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Initial owner persists the completed Gemma probe.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CB3E6-8AFE-4B35-866A-B45A155F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13A7A-753E-4BDE-BD5F-FD5A5090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2571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9F0BA-3365-4EC3-8BFD-09A124E7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1935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Horde 0.10.0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C99F2-03FB-42E0-ADD5-EE0AE789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62250"/>
            <a:ext cx="2228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Participation membership transfers managed ownership.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79C328-81E9-454C-B80F-8AE847A3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55853F-C249-4EC1-BFEB-5FBFBC0F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8600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4BE56B-7B27-4F6C-B4A3-E727839D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proteinloop_peer@peer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F17C80-F39C-4655-8EF4-9319E4AD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622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Survivor restores the same Sagents AgentServer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369C73-EEEA-4A2E-8FC3-110D0E32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386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1673E7-DD8B-4B56-ABF5-4D7519CB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Horde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5ECF3F-30DC-4090-A568-A41DC9F7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148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Identity, state token, and fingerprint stay unchanged; restore_count increases on the peer and both nodes rejoin.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A9352F-47D0-4813-9D9B-850F58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386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E1A745-FE09-4B18-AA3A-8DA91468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Physical DECT NR+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56E6AC-FE34-46A3-AA4A-70608FA3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FT 1051223739 and PT 1051239227 show matching sequences in both directions. Read-only capture; no flash/reset; simulated: false.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052181-5099-44DA-92B8-3AFD046E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731041-9279-450C-BD57-0163D269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39218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78EF8-AA62-45CC-A567-0BF2B3E3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46E19-393C-4396-BD4A-BC0A23EF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546B3-1E6B-4F09-AA81-AA5ABB7F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0886F-C976-4715-A51A-C4A18972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963A9-61DD-4F86-B3D9-62EFCBC7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Spanish HITL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78331-7E2A-4EA3-B62B-29BBDA5B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246AF-B26A-4517-9F2D-DA9F6C47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CBB4D-9781-47DF-BDD9-17D080CF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0322A-27F6-4DD0-AB15-38443FE6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FD1C0-5D1E-4502-AF2A-7D80DA6E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84A18-68C1-40F8-80DE-52493F4C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Edit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E9B89-D297-4585-AB84-DDF56B75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Solo mitad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C3C09-16E4-4E48-A729-EDDCEE5A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6CC81-3EA7-49A4-A7EA-F5E2BF55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F1E77D-4DEC-4695-A12B-F9C19FAB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Respaldo offline gives deterministic Spanish emergency instructions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6CE42-5756-425E-8A89-304A2D63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DB1493-AD00-4FC2-85A7-247A135E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58857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6D7BFB-80FB-42F9-96B3-6848C668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B30E6-6F3A-45ED-BE25-D695F19C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105AB-5F82-4F61-AC1B-8204C705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A867A-8C5D-4EA3-9874-C507C3C9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runtime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E95F3-80F9-4FCC-84CF-EA4E5AC1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Local Gemma 4 already powers the real Sagents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2DF8D-18A2-4981-A9CF-B0ED56F9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E2B proves the loop offline through the same portable GEMMA_ENDPOINT contract.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241C6-607C-487C-B1DA-D4C6BB3B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685EE-B502-46F8-91CD-395193B0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ADE5A-617A-45F3-AD31-6AF7C5BC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E8786C-BA38-49D9-A722-304B627E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B021AB-A79C-4D49-B91C-85E44512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ED711-8C74-42DB-BA86-5F1ED1E0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100C8-2DDF-4571-8624-D60F9F42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11C53-1106-4949-887F-32C6D43F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FF5FD-3365-4F53-A36C-3CBA9234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C7D785-2E25-4662-9894-39345D2B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llama.cpp + Metal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510CE1-4B6C-4126-80EA-8B00A2E4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The smallest Gemma 4 instruction model runs locally and offline after installation.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F581B-A192-486F-94A1-BE595DEC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7CDE97-6308-4817-9797-9B64DB8E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31D65-5B60-49DF-9728-E0CDFF75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Local Gemma proposals cannot mutate state without passing deterministic simulator safety rules.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0756F-988C-4B28-9D7F-B40AE3AF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EAC4CD-3D22-47DC-BE3A-7DEC6480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261482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A17DFF-9314-45BC-9077-C07356B5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F8907-834E-420A-BE44-B9329B99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F0FBF-2AB8-4581-991A-0DEFCD30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0148CF-B64A-41E5-AFC4-008F4C8B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4DBD2-9F82-43A1-BE59-A71B3F67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3A50F-C155-4D90-ADBC-8F1D13C5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A33E6-9AE4-434A-A86D-101CE029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72D39-49BD-4BCE-AC0D-C5FB17CD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FB243-56C7-429C-9729-3E9A294B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that need low-cost, resilient protein production.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15112-C562-4FF9-AC90-DA2FA71A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56E6B-4E7B-479C-A212-CE8C966E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E7FA7-2AA3-4CAD-BB49-ED538132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Real Sagents/Horde failover, physical DECT NR+ proof, physics verifier, RLVR scoring, resumable HITL, and offline Gemma 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F17CD-ADC7-4832-87C1-A1E4ADAE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F220D-B7BE-4F8C-AD3D-29F26EA0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F10EC-8507-499D-B5AD-1246577E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local Gemma E2B, five-agent loop, producer approval, and validated software plus hardware evidence packets.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FF4B96-3C12-411F-9C9D-69661DB8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84689-495A-4C7A-AE46-FFFA3A96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5EF5A2-164C-4369-885E-920AD7C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667507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2026-07-10T16:36:44.6770000Z</dcterms:created>
  <dcterms:modified xsi:type="dcterms:W3CDTF">2026-07-10T16:36:44.6770000Z</dcterms:modified>
</coreProperties>
</file>