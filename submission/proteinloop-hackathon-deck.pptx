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b94f1e915b4c19" /><Relationship Type="http://schemas.openxmlformats.org/officeDocument/2006/relationships/extended-properties" Target="/docProps/app.xml" Id="R0ce269ec50414d89" /><Relationship Type="http://schemas.openxmlformats.org/officeDocument/2006/relationships/officeDocument" Target="/ppt/presentation.xml" Id="R95c66abf213e45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6c56cdeb0047e1"/>
  </p:sldMasterIdLst>
  <p:notesMasterIdLst>
    <p:notesMasterId xmlns:r="http://schemas.openxmlformats.org/officeDocument/2006/relationships" r:id="Rb32b52f05dbb4684"/>
  </p:notesMasterIdLst>
  <p:sldIdLst>
    <p:sldId xmlns:r="http://schemas.openxmlformats.org/officeDocument/2006/relationships" id="256" r:id="R206ed949006843b7"/>
    <p:sldId xmlns:r="http://schemas.openxmlformats.org/officeDocument/2006/relationships" id="257" r:id="R1c246d7cd8f04784"/>
    <p:sldId xmlns:r="http://schemas.openxmlformats.org/officeDocument/2006/relationships" id="258" r:id="R3dc3b72111764bf3"/>
    <p:sldId xmlns:r="http://schemas.openxmlformats.org/officeDocument/2006/relationships" id="259" r:id="R90d4acdf47f749a5"/>
    <p:sldId xmlns:r="http://schemas.openxmlformats.org/officeDocument/2006/relationships" id="260" r:id="R800e1d82c0cc4a78"/>
    <p:sldId xmlns:r="http://schemas.openxmlformats.org/officeDocument/2006/relationships" id="261" r:id="R7200cc71a0684410"/>
    <p:sldId xmlns:r="http://schemas.openxmlformats.org/officeDocument/2006/relationships" id="262" r:id="R158ad52eef6144e3"/>
    <p:sldId xmlns:r="http://schemas.openxmlformats.org/officeDocument/2006/relationships" id="263" r:id="R930e595ae19046a7"/>
    <p:sldId xmlns:r="http://schemas.openxmlformats.org/officeDocument/2006/relationships" id="264" r:id="R0116b80385454604"/>
    <p:sldId xmlns:r="http://schemas.openxmlformats.org/officeDocument/2006/relationships" id="265" r:id="R764014dedced45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6c56cdeb0047e1" /><Relationship Type="http://schemas.openxmlformats.org/officeDocument/2006/relationships/theme" Target="/ppt/theme/theme1.xml" Id="Rd11d48369d184c1f" /><Relationship Type="http://schemas.openxmlformats.org/officeDocument/2006/relationships/notesMaster" Target="/ppt/notesMasters/notesMaster1.xml" Id="Rb32b52f05dbb4684" /><Relationship Type="http://schemas.openxmlformats.org/officeDocument/2006/relationships/presProps" Target="/ppt/presProps.xml" Id="Ra43d067912ac49dc" /><Relationship Type="http://schemas.openxmlformats.org/officeDocument/2006/relationships/viewProps" Target="/ppt/viewProps.xml" Id="Rd4b6175bab414293" /><Relationship Type="http://schemas.openxmlformats.org/officeDocument/2006/relationships/tableStyles" Target="/ppt/tableStyles.xml" Id="R634f77506eb145d7" /><Relationship Type="http://schemas.openxmlformats.org/officeDocument/2006/relationships/slide" Target="/ppt/slides/slide1.xml" Id="R206ed949006843b7" /><Relationship Type="http://schemas.openxmlformats.org/officeDocument/2006/relationships/slide" Target="/ppt/slides/slide2.xml" Id="R1c246d7cd8f04784" /><Relationship Type="http://schemas.openxmlformats.org/officeDocument/2006/relationships/slide" Target="/ppt/slides/slide3.xml" Id="R3dc3b72111764bf3" /><Relationship Type="http://schemas.openxmlformats.org/officeDocument/2006/relationships/slide" Target="/ppt/slides/slide4.xml" Id="R90d4acdf47f749a5" /><Relationship Type="http://schemas.openxmlformats.org/officeDocument/2006/relationships/slide" Target="/ppt/slides/slide5.xml" Id="R800e1d82c0cc4a78" /><Relationship Type="http://schemas.openxmlformats.org/officeDocument/2006/relationships/slide" Target="/ppt/slides/slide6.xml" Id="R7200cc71a0684410" /><Relationship Type="http://schemas.openxmlformats.org/officeDocument/2006/relationships/slide" Target="/ppt/slides/slide7.xml" Id="R158ad52eef6144e3" /><Relationship Type="http://schemas.openxmlformats.org/officeDocument/2006/relationships/slide" Target="/ppt/slides/slide8.xml" Id="R930e595ae19046a7" /><Relationship Type="http://schemas.openxmlformats.org/officeDocument/2006/relationships/slide" Target="/ppt/slides/slide9.xml" Id="R0116b80385454604" /><Relationship Type="http://schemas.openxmlformats.org/officeDocument/2006/relationships/slide" Target="/ppt/slides/slide10.xml" Id="R764014dedced45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dd51080e83d4c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fc856c19e44628" /><Relationship Type="http://schemas.openxmlformats.org/officeDocument/2006/relationships/notesMaster" Target="/ppt/notesMasters/notesMaster1.xml" Id="R3b9c109701d84e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5228b921ac40f0" /><Relationship Type="http://schemas.openxmlformats.org/officeDocument/2006/relationships/notesMaster" Target="/ppt/notesMasters/notesMaster1.xml" Id="Rd6a5fa4485b141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e1e635254d4001" /><Relationship Type="http://schemas.openxmlformats.org/officeDocument/2006/relationships/notesMaster" Target="/ppt/notesMasters/notesMaster1.xml" Id="R0330fdd4843449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8e0d46b22442f9" /><Relationship Type="http://schemas.openxmlformats.org/officeDocument/2006/relationships/notesMaster" Target="/ppt/notesMasters/notesMaster1.xml" Id="Re9c37a75e9594b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4975dcd5d64ef6" /><Relationship Type="http://schemas.openxmlformats.org/officeDocument/2006/relationships/notesMaster" Target="/ppt/notesMasters/notesMaster1.xml" Id="Ra79f1dbdb86446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687d671c964813" /><Relationship Type="http://schemas.openxmlformats.org/officeDocument/2006/relationships/notesMaster" Target="/ppt/notesMasters/notesMaster1.xml" Id="R0e640f2bdd5e46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64e747b1594291" /><Relationship Type="http://schemas.openxmlformats.org/officeDocument/2006/relationships/notesMaster" Target="/ppt/notesMasters/notesMaster1.xml" Id="Rf7586194358d4d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e3393b0f244a2b" /><Relationship Type="http://schemas.openxmlformats.org/officeDocument/2006/relationships/notesMaster" Target="/ppt/notesMasters/notesMaster1.xml" Id="Ra9d078f5806541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37a49c94b146f3" /><Relationship Type="http://schemas.openxmlformats.org/officeDocument/2006/relationships/notesMaster" Target="/ppt/notesMasters/notesMaster1.xml" Id="R6f69108319694d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70e16645fd4f17" /><Relationship Type="http://schemas.openxmlformats.org/officeDocument/2006/relationships/notesMaster" Target="/ppt/notesMasters/notesMaster1.xml" Id="Re0d0f08697194d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75668f7174cb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2bf6c5c4ddc4e89" /><Relationship Type="http://schemas.openxmlformats.org/officeDocument/2006/relationships/slideLayout" Target="/ppt/slideLayouts/slideLayout2.xml" Id="Re268994dd8eb49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68994dd8eb49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a0222001054bcc" /><Relationship Type="http://schemas.openxmlformats.org/officeDocument/2006/relationships/notesSlide" Target="/ppt/notesSlides/notesSlide1.xml" Id="R3ac70559274446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d582bea94c4fe1" /><Relationship Type="http://schemas.openxmlformats.org/officeDocument/2006/relationships/notesSlide" Target="/ppt/notesSlides/notesSlide2.xml" Id="R473c8a9f2fde46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dd0507dea14bd1" /><Relationship Type="http://schemas.openxmlformats.org/officeDocument/2006/relationships/notesSlide" Target="/ppt/notesSlides/notesSlide3.xml" Id="R09cac3bde4db49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bba54a963a4db9" /><Relationship Type="http://schemas.openxmlformats.org/officeDocument/2006/relationships/notesSlide" Target="/ppt/notesSlides/notesSlide4.xml" Id="Rd903a61018a64b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6880cae7804207" /><Relationship Type="http://schemas.openxmlformats.org/officeDocument/2006/relationships/notesSlide" Target="/ppt/notesSlides/notesSlide5.xml" Id="R9a8245aae04a47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d97d41c55e4186" /><Relationship Type="http://schemas.openxmlformats.org/officeDocument/2006/relationships/notesSlide" Target="/ppt/notesSlides/notesSlide6.xml" Id="R1b34b71e57dc41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047e6854824d53" /><Relationship Type="http://schemas.openxmlformats.org/officeDocument/2006/relationships/notesSlide" Target="/ppt/notesSlides/notesSlide7.xml" Id="Rbdf01ba19bea40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de46fa02ce4531" /><Relationship Type="http://schemas.openxmlformats.org/officeDocument/2006/relationships/notesSlide" Target="/ppt/notesSlides/notesSlide8.xml" Id="Ra43b54878d18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d832e3be8543e9" /><Relationship Type="http://schemas.openxmlformats.org/officeDocument/2006/relationships/notesSlide" Target="/ppt/notesSlides/notesSlide9.xml" Id="Rb7b6bb74409240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0126c2215145ef" /><Relationship Type="http://schemas.openxmlformats.org/officeDocument/2006/relationships/notesSlide" Target="/ppt/notesSlides/notesSlide10.xml" Id="R1c6ba4a8007f4b7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793884-3573-4D28-8783-B68DA499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35694-7508-438E-BA84-1EB315EB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E41D7-DB2D-4995-AFA0-62AC0DD1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86A57-7108-47A9-9015-D515BF16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Unicorn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A347A-BF98-447C-8881-051CCCA0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111633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E88E8-9013-41B2-8D2B-00996C52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668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ProteinLoop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308D0-56CF-4170-85CA-06F3B980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647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CFBF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CCFBF1"/>
                </a:solidFill>
                <a:latin typeface="Aptos"/>
                <a:ea typeface="Aptos"/>
                <a:cs typeface="Aptos"/>
              </a:rPr>
              <a:t>An agentic loop that closes the protein cycle.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D7524D-B5A8-4483-B60F-0758EAF8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D6C9B-0836-4CBF-9F80-1A021B83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F0AB8E-1648-4DA9-9C20-C9C2369A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20D6E-1789-464F-8BD3-45807053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physics before mutation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191E6-CA33-4F99-BF17-49CD00B7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0FE65-2DFA-4D5F-8B42-C77183DE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4FDF9-87E3-47FA-BF03-8F4F8D6C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Recovery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BE7ED-2C1A-4020-A155-B69D247B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collapse avoided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E1179-131A-4B63-8209-48865413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2900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B54F9-A9B7-4C7C-A8A9-94803271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5623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FEFBA0-11B6-4075-99F6-064A8ACE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909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E2B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491C7-350A-426C-A021-54AA15AE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71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CPU + Metal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5430F-98AD-45F2-BDAA-9C67DEF8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81150"/>
            <a:ext cx="2000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fish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prawns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duckweed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plants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BD329-1270-4E17-B2A6-85025220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8FB1C2-5737-4712-ABB4-AD0CD8FF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33949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F546A0-2894-4E8C-899D-D8A78A4B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E0606-C827-4E46-A386-3E10F8CF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09981-0CE7-4C5D-B125-3CE94EF4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DEF2B-215A-4070-8E18-08E82C10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9842D-5918-4296-8DE4-E166B7EB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Aquaponics links fish and plants. ProteinLoop protects every output.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73A0F-8059-466C-A159-882353E9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operational gap is making animal biomass, cross-species tradeoffs, and verified recovery immediately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D1C70-14BB-42D3-9501-3FCC845C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24BAA-C955-4064-8542-85FFA8CB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Aquaponics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79E05-1821-469E-9D31-E2CDA2FF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Aquatic animals and plants share one water loop. A chemistry failure can threaten both.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319B8-5859-430C-AA9F-25667035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C39C4-5C39-410E-9A15-87A289CB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Operational barrier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93AA6-8AC8-4B38-B991-AD9DBED6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Feed, ammonia, oxygen, nitrate, harvest timing, and mortality cascades interact every day.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85FCA-D467-43B9-856E-90375693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669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7575C3-2EE8-4416-8886-F28DA7B4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ProteinLoop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17C038-0A04-4413-B3AA-D196810B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8003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 closed protein cycle controlled by a verifier-gated agentic loop and clear producer approvals.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81480-4F8A-4284-B0CF-63EF4301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B5371-0006-4A58-9C3A-F5175827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0609607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8960AD-F948-4076-B3BA-4B0D4945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2D7103-02A4-4358-8501-7FF85A25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B03EB-B248-432D-A8B2-B2A49316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A1162-D319-488A-AE2B-05B1E641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Closed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C0639-F8D1-4D12-8231-10880C90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food system is also an actor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7667E-5FCB-4D87-AACE-351DD790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Each organism is a resource participant; the agent loop coordinates the whole protein 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62A8F-FA04-4380-87B8-D7B092CC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7A151-70DA-42D7-9CC2-4BC609C8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Duckweed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CE4C9-DA54-4BAA-97A7-8A353487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Fast protein biomass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7EBC7-1539-457C-BA6B-5A6D0874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E6469-5406-41F9-8B73-E56C342F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C8C874-C219-48BD-B945-EA3A6968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Fish + prawns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1CF42-A783-48ED-AA9A-7EA71462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Protein plus nutrients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676108-C70B-4E44-9732-C552537F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E3F14-0CB6-4CED-BC2A-F4AC0AE4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61853-2DB6-4297-A84E-A5FA752D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Plants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C88A4F-DC26-49C9-A956-D8F81FF0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Nitrate uptake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7D0A2-C074-4B46-90E1-07A61A0E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31022D-4B96-4CFD-8FCA-D2305711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A6445B-F3EA-4362-B605-7DC037B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Chickens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D14D5C-7159-4F0B-AD04-3AA39470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Daily eggs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0040ED-E191-4819-8DB2-5E49605B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4381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20F19-4F9B-45C9-800D-57F026EF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403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Visible agent supervisor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803F9F-D7A4-4690-B72E-98541431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533900"/>
            <a:ext cx="4038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Live structured events show four briefs becoming one verifier-gated intervention.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154CC1-5F2A-47B9-AF5C-30A92F11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891570-0DFF-4340-885A-74B23FA4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15743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09024A-C023-45EA-8243-431FD7DF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0EC68-DB44-4200-BEF5-969CCC7B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276F86-A6AB-4396-B031-7C4F9F83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CCC84-3C34-44BE-AABB-E1B2CE47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EF698-F33E-406B-8F47-1A51EF5A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simulator is the safety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B10D6-E05D-4268-9BC2-5FF396D8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Models and humans can propose actions, but deterministic physics decides whether state can mutate.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D5207-996D-40D2-A8B5-F3BF1C4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3EBA2-8477-41A1-934A-6C580EBB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call_llm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FC257B-654C-4D2F-8874-4B56DBAC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Four Gemma specialists stream structured progress to the live operator 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5D3F3-E7FB-4DF2-9FDB-6D466D91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FFB65-3918-4C6C-B599-9A03A0F0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62200"/>
            <a:ext cx="24765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35F2A-0DDC-46F8-9EF2-2641B43E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verify_ecosystem_safety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CCDE5-1B32-4406-9394-434C4C27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Checks feed, oxygen, water exchange, duckweed reserve, and collapse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98308-53C5-478A-83EA-47D631CA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632EBA-DC15-44ED-96F9-F77B2985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20002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3025FF-2372-42B0-AF90-AE728656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execute_tools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989221-8910-4065-AA6B-3F3291FD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38450"/>
            <a:ext cx="16573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Only accepted actions mutate simulator state.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3B959-5351-4686-8C2D-86C9584B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194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5E9B9-D8D5-4270-B42E-A86D2F6C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62200"/>
            <a:ext cx="2190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4AAA5B-EBC9-46A7-B95E-E6BBDE0D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95550"/>
            <a:ext cx="1847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until_tool_success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05BEF3-1EE3-49ED-842C-4CCCB7AA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838450"/>
            <a:ext cx="18478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Stops only on an accepted close_cycle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0A8DA3-DF72-4AD5-9533-A534103D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8DBC1A-CF64-4627-83B4-1790AC8C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38650"/>
            <a:ext cx="6896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Proof in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AD9F8F-A6EE-435E-AF87-C9404CD8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781550"/>
            <a:ext cx="6896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Unsafe overfeeding is rejected before mutation; accepted recovery appends verifier evidence to the RLVR trace artifact.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9A300D-EF9A-477B-AF55-FA2911A3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589BA2-8536-433C-ADBC-3687A6F4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428156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965B15-4D2B-4016-B1D0-EF453362B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25EED-FAB0-467A-B550-246274B7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1ECA7-B478-4278-AA3E-373405B5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F152A-F06B-4158-8CBF-06B246A2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FE92E-A4B6-4C37-9DF9-60042B74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The local demo proves collapse versus recovery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BA90C6-AC1C-49C7-A4C7-E8F73E71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button runs reset, ammonia spike, unsafe rejection, safe recovery, and trace recording.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2AD02-4575-4308-B9B4-F0195842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3FCD4-38B3-4982-9A2D-F284CC19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88704-E683-49EA-9E34-696330E9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A4FF83-210D-4039-8D26-0CC3ED3C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sim/API/evidence/deploy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EEC4BE-17A5-4DB1-B669-181F083D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25511-23A7-4992-9898-C0B9B001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9C6D3-36BD-4809-ADE0-7EF38EAC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E1894-6E17-4C1C-B1EB-070C950A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Sagents + LiveView + HITL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EA2CD-64CB-4FA8-887A-ABB59F8F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90C71-4267-4C66-8F20-0E0C1F31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045703-8F97-46A3-AD17-0DB76715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463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3D1225-19DE-4BB9-948B-FDAD5BCF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safety vs naive avg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EB962-EE46-4413-A5C6-0A32ACB3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6A5707-52AB-48BA-A99E-47DE46AE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DD7C0B-6CB3-45E4-AA38-29B1ABE6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6B1164-ED57-4249-8C43-8ED1934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baseline collapses recovered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D875CA-19A7-4074-8737-C49FCF5A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7E09A5-9498-4D95-AB21-68C0567C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29100"/>
            <a:ext cx="7848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Judge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227C0-D788-4B08-9A70-946CC0D5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784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Run one-click verifier proof -&gt; see unsafe rejection and safe recovery -&gt; run the separate live Gemma mission -&gt; inspect close_cycle.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D755C8-5A2B-45A4-8B0A-6C188C5E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E14BB7-FCB4-4E4A-ABBB-18319A6C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2901391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216A36-DF91-4C73-BED4-838AA882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4E183-FCE0-4FD1-9AD4-F3D7F950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72072-B9ED-4F65-9A70-63F4758E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1EB50-2FC3-40D2-A282-B2278D07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748C6-4126-447F-BC52-5FCDBC10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RLVR and anomaly forecasting turn the sim into an evaluator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D8902-503A-480E-B834-B7B6414F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same deterministic physics scores policies and forecasts near-term ammonia/oxygen risk without mutating live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AB9B37-7C5E-4C86-8A71-AD316C92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F4A6F8-1422-4F99-9982-20EFEE80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RLVR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16140-7492-4305-9CE6-C20B44FA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Naive and safety policies run across fixed scenarios. Reward combines survival, biomass, water quality, and mortality.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70F2D-AC07-4284-B381-43C2AB84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6991F-7D61-472F-896B-801F8672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Anomaly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561077-5FA9-483A-87DA-11279C18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GET /forecast/anomaly projects routine operation and reports stable, warning, or critical risk.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8C2D5-5DEC-4CDA-9DBC-BCA445D9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669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D9BEB-4EFB-4F6E-B870-D2BED44F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Operator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61316A-A09A-457A-8458-8BEBEED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Forecast recommendations trigger safer feed, aeration, and verified water-exchange behavior before mortality.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C23501-F224-4553-AB71-074256E1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FDB296-DA8B-4343-BD66-F7614E11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765262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AA34C8-F170-4085-AA04-465EC1B8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59ECAE-E9F7-4356-9A44-15D16A41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C7DF7-DE68-4003-AD5D-16A200CE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35FDF-8FCB-4A2F-9891-CABD469C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Off-grid continuity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C98E2-9CFF-42B3-8B7F-F6B384DD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Private field radio keeps the food control loop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8DF2D-8145-470D-A088-1DEF0060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No Wi-Fi for the tank hop. No cloud for inference. Solar-plus-battery power is the next measured field proof.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1F2A6-0D86-4D90-AA7C-049715BF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616E0-FABE-4336-B304-D01C527F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PT tank node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A2C92-1B0D-4B3E-98E8-6579369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at the tank. Physical board proven; chemistry probes integrate next.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811A6-B623-444E-86E0-1856EAF8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7E2DC-08AE-4ADC-9F41-EF26CBF6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66950"/>
            <a:ext cx="2362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810EAC-7858-4936-8942-6A044CB6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00300"/>
            <a:ext cx="2019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AE454-23F6-4649-82D5-0A34190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43200"/>
            <a:ext cx="2019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non-cellular 5G hop. No Wi-Fi, SIM, or cloud. Sequence 100 proven.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1D0FB-B9F5-4099-A423-2176C56F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2DC726-67EF-4051-B179-196FAF3D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6695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0D628F-1E1A-4389-8DB9-EF2440B5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FT gateway radio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E2FD72-D5E6-4C60-978B-383860E5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432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nRF9151 receives the field packet and hands it to edge compute.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3AAD0-770A-4E02-BAAB-6A358384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F400B3-6702-4C66-9619-622558C8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66950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EB3EBE-D4EF-44BD-9EC3-5A18D08B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00300"/>
            <a:ext cx="2609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computer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2D9DD0-BE08-4F22-835A-27F074E3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3200"/>
            <a:ext cx="26098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Self-hosted Gemma + deterministic verifier + producer workflow. The radios do not run the model.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EA7315-A351-45C9-B76C-669BBEFC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1D6D76-6C3B-4526-8FEB-C945A7D4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Proven now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901990-6D25-4413-80DB-DBDE57C1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Two-board bidirectional radio, public CPU and local Metal Gemma 4 E2B, offline rules, verifier gating, and producer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47DD85-D655-40DF-80EA-33E59E33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14800"/>
            <a:ext cx="4953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9B1218-999E-4507-9EE5-F4FAB83C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48150"/>
            <a:ext cx="461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Next measured field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AD836C-8A0F-4579-B705-83F9FC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9105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Physical water probes, solar energy budget, battery autonomy, range, and regional spectrum approval.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218EB1-F3AD-4260-A995-90A698E9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95D189-FCF8-4C8F-8AFE-CCEB51FA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919386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0DF86A-CE14-4DE6-A68F-D472D139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22DC6-4CEC-4A59-BD59-200281E8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B89F9-B49E-4CC4-AC8E-438EDF32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6663A-BCEC-4D85-A3DE-9F93CA00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Producer UX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89C70-8446-4FBC-9E32-A8878B46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Human approval is control flow, not decoration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1FFA4-CDA9-472E-94CF-D2A72CC3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Risky water and harvest actions pause for the producer, while offline rules keep emergency guidance available.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832FF-3B1E-4A70-96D3-0DF9D3FE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E528A-9922-4085-86BE-4AB108AC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C75CD-040E-480A-8951-BE2DBB4A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Agent.resume executes the interrupted Sagents tool exactly once after producer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5CDA1-F96C-4EEF-891B-A4AF5C89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48FA1-3220-400D-AB57-28EE7D21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Half / Reject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21AFB-E197-46E9-8E28-6ED9C490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Apply half is re-verified; rejection resumes with zero simulator mutation.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A732B-237C-41F0-A8BF-76D59B7A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431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3BC35-D834-4EAD-ADBC-7900F2C0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7650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Offline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374312-F89E-446C-B897-559BA385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19400"/>
            <a:ext cx="28003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Deterministic English emergency instructions remain available without model or cloud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BD78B0-C7F9-4DC2-AF8E-2FBBA5C9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FFBD0-8110-4D18-9705-A66C54D8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0051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18A93C-14EC-4040-97A3-691707CA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47ED9-77D0-4118-B9FD-D37FB10E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2C359-8B6C-4DD2-B719-54025DEC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A05F5-FA09-4742-B710-775A3339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Gemma runtime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B330D-6FB3-4003-A758-3FD3EDEF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Self-hosted Gemma keeps reasoning on the farm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FE201-9DBD-4E42-A0EF-C46FBCEF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radios move field data; a separate edge computer runs AI and deterministic safety without cloud access.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08248-0583-4E6C-96D0-DD628CC4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38400"/>
            <a:ext cx="238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1437F-652A-4EF7-80CB-0B34D889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71750"/>
            <a:ext cx="2038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Sagents 0.9.0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398F3-61C0-43B6-BA98-BE2F3013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2038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Five agents, custom safety mode, until_tool_success, and resumable HITL.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CFC902-72BB-43FF-B1BC-47EDCB1E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1A33E-2602-4113-85D0-612757B7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76500"/>
            <a:ext cx="2667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C90C54-DC46-4B1B-A6B1-469E1405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9850"/>
            <a:ext cx="2324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AB908-C1DA-4B30-9A1A-7C876AAA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/v1/models and /v1/chat/completions; no code change for Fireworks or vLLM.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08836-D39D-465A-8623-94BE9CE6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37B35-218D-450A-A8AA-35105836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3143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98B97-BC75-4766-9210-D4D7AAD5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09850"/>
            <a:ext cx="2800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Separate edge runtime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E33878-00D1-49D5-9B4B-EA175A66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800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Gemma 4 E2B runs through llama.cpp on the public 8 GB CPU host, with separate local Metal proof. nRF9151 transports data; it does not run Gemma.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5EFEE5-B219-4413-B649-32A5D85C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24350"/>
            <a:ext cx="7429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B8505F-2081-4695-9246-AFC85FA0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7086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Verifier remains in front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3C1FD-7489-4EFB-8B35-E28AA495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00600"/>
            <a:ext cx="7086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Local Gemma proposals cannot mutate state without deterministic safety. Solar autonomy is a planned power proof, not a current claim.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0E4665-6D90-4B41-A944-30CD9803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7BBF0B-6364-4D48-AFC5-7BAEE73C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3036634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01B2B2-28BA-49F7-BD42-1BB7E49F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29A8C-2466-4D17-9F5F-BCC39ED1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648A1-E67E-480C-B0BF-1B822B16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12EBF-44BD-4579-A4A6-54AF87B2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Submission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54453-173D-42F6-A4B0-6079A2B9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6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ProteinLoop is a startup pitch with executable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C1A538-84CE-47B6-A58C-E8DB5ACD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food-security product built as a verifier-gated, human-aware, fault-tolerant agentic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A0B3F-B969-4DCC-BEDA-2A4D30EE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9050">
            <a:solidFill>
              <a:srgbClr val="15803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2685B-F4D8-4DE4-B293-1011D0D9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2FDDC-CCFE-40AD-9C37-985C9A4D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Rural families and cooperatives where farm Wi-Fi, cloud access, and grid electricity cannot be assumed.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C4107-8CAD-4D60-BFE6-03C39E90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40DA0-5014-4D04-AB9F-4F6CAAE7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Technical moat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2027B-0CDB-40EA-96C9-83A8C8CE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Private DECT NR+ field transport, self-hosted Gemma, physics verifier, RLVR, resumable HITL, and real Sagents/Horde failover.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2F087-F98F-4B8F-9204-5574956C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2861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19050">
            <a:solidFill>
              <a:srgbClr val="0369A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AB2EFE-DB02-4031-B546-5AC1BA8F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9432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What judges can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6B6059-02BF-487A-8E99-41EA3D6A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294322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app, live five-agent activity, public CPU Gemma E2B, producer approval, and proven radio evidence with honest solar/sensor milestones.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F7723-06A0-451B-87C3-703A19C7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2578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3A6DCC-3347-4896-B229-B05F00C2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Deterministic verifier gates every model or producer action before simulator mutation.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BBFD-B069-4BCF-B403-E90B0573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7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009043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2026-07-11T06:00:40.4350000Z</dcterms:created>
  <dcterms:modified xsi:type="dcterms:W3CDTF">2026-07-11T06:00:40.4350000Z</dcterms:modified>
</coreProperties>
</file>