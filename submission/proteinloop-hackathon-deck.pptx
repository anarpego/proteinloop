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8d0d70ce9204157" /><Relationship Type="http://schemas.openxmlformats.org/officeDocument/2006/relationships/extended-properties" Target="/docProps/app.xml" Id="R1b4bbfc078b1488f" /><Relationship Type="http://schemas.openxmlformats.org/officeDocument/2006/relationships/officeDocument" Target="/ppt/presentation.xml" Id="R004f84c6cc1647c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608c7ee40f4b41"/>
  </p:sldMasterIdLst>
  <p:notesMasterIdLst>
    <p:notesMasterId xmlns:r="http://schemas.openxmlformats.org/officeDocument/2006/relationships" r:id="Rc2ce643b976144c2"/>
  </p:notesMasterIdLst>
  <p:sldIdLst>
    <p:sldId xmlns:r="http://schemas.openxmlformats.org/officeDocument/2006/relationships" id="256" r:id="Rcfc3ddf41ab84f0c"/>
    <p:sldId xmlns:r="http://schemas.openxmlformats.org/officeDocument/2006/relationships" id="257" r:id="R2ea3c416b81d4ba9"/>
    <p:sldId xmlns:r="http://schemas.openxmlformats.org/officeDocument/2006/relationships" id="258" r:id="R4d1fbca9d52a4d05"/>
    <p:sldId xmlns:r="http://schemas.openxmlformats.org/officeDocument/2006/relationships" id="259" r:id="Ref2d39aec695471c"/>
    <p:sldId xmlns:r="http://schemas.openxmlformats.org/officeDocument/2006/relationships" id="260" r:id="R1695f2f944604c06"/>
    <p:sldId xmlns:r="http://schemas.openxmlformats.org/officeDocument/2006/relationships" id="261" r:id="Ra1de72f6c5e449c6"/>
    <p:sldId xmlns:r="http://schemas.openxmlformats.org/officeDocument/2006/relationships" id="262" r:id="R7f4f24de679045ef"/>
    <p:sldId xmlns:r="http://schemas.openxmlformats.org/officeDocument/2006/relationships" id="263" r:id="R1f8a6433d8aa4838"/>
    <p:sldId xmlns:r="http://schemas.openxmlformats.org/officeDocument/2006/relationships" id="264" r:id="Ree8ff28bf3c543e5"/>
    <p:sldId xmlns:r="http://schemas.openxmlformats.org/officeDocument/2006/relationships" id="265" r:id="R4aa78653b5f940f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608c7ee40f4b41" /><Relationship Type="http://schemas.openxmlformats.org/officeDocument/2006/relationships/theme" Target="/ppt/theme/theme1.xml" Id="Rd85d304463d048e1" /><Relationship Type="http://schemas.openxmlformats.org/officeDocument/2006/relationships/notesMaster" Target="/ppt/notesMasters/notesMaster1.xml" Id="Rc2ce643b976144c2" /><Relationship Type="http://schemas.openxmlformats.org/officeDocument/2006/relationships/presProps" Target="/ppt/presProps.xml" Id="R71f6b502d02f426f" /><Relationship Type="http://schemas.openxmlformats.org/officeDocument/2006/relationships/viewProps" Target="/ppt/viewProps.xml" Id="Rf8201b0c19054f4d" /><Relationship Type="http://schemas.openxmlformats.org/officeDocument/2006/relationships/tableStyles" Target="/ppt/tableStyles.xml" Id="R97d186a002494752" /><Relationship Type="http://schemas.openxmlformats.org/officeDocument/2006/relationships/slide" Target="/ppt/slides/slide1.xml" Id="Rcfc3ddf41ab84f0c" /><Relationship Type="http://schemas.openxmlformats.org/officeDocument/2006/relationships/slide" Target="/ppt/slides/slide2.xml" Id="R2ea3c416b81d4ba9" /><Relationship Type="http://schemas.openxmlformats.org/officeDocument/2006/relationships/slide" Target="/ppt/slides/slide3.xml" Id="R4d1fbca9d52a4d05" /><Relationship Type="http://schemas.openxmlformats.org/officeDocument/2006/relationships/slide" Target="/ppt/slides/slide4.xml" Id="Ref2d39aec695471c" /><Relationship Type="http://schemas.openxmlformats.org/officeDocument/2006/relationships/slide" Target="/ppt/slides/slide5.xml" Id="R1695f2f944604c06" /><Relationship Type="http://schemas.openxmlformats.org/officeDocument/2006/relationships/slide" Target="/ppt/slides/slide6.xml" Id="Ra1de72f6c5e449c6" /><Relationship Type="http://schemas.openxmlformats.org/officeDocument/2006/relationships/slide" Target="/ppt/slides/slide7.xml" Id="R7f4f24de679045ef" /><Relationship Type="http://schemas.openxmlformats.org/officeDocument/2006/relationships/slide" Target="/ppt/slides/slide8.xml" Id="R1f8a6433d8aa4838" /><Relationship Type="http://schemas.openxmlformats.org/officeDocument/2006/relationships/slide" Target="/ppt/slides/slide9.xml" Id="Ree8ff28bf3c543e5" /><Relationship Type="http://schemas.openxmlformats.org/officeDocument/2006/relationships/slide" Target="/ppt/slides/slide10.xml" Id="R4aa78653b5f940f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f146c75f7d245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414759e04e94e78" /><Relationship Type="http://schemas.openxmlformats.org/officeDocument/2006/relationships/notesMaster" Target="/ppt/notesMasters/notesMaster1.xml" Id="R60ea80c82c69445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302a96cbc34aeb" /><Relationship Type="http://schemas.openxmlformats.org/officeDocument/2006/relationships/notesMaster" Target="/ppt/notesMasters/notesMaster1.xml" Id="R94a5251a51a249a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dde2d76061a4450" /><Relationship Type="http://schemas.openxmlformats.org/officeDocument/2006/relationships/notesMaster" Target="/ppt/notesMasters/notesMaster1.xml" Id="Rd08e5c47571d401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82978202ac84a29" /><Relationship Type="http://schemas.openxmlformats.org/officeDocument/2006/relationships/notesMaster" Target="/ppt/notesMasters/notesMaster1.xml" Id="R3032fc06c65346c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8930f4f25724b30" /><Relationship Type="http://schemas.openxmlformats.org/officeDocument/2006/relationships/notesMaster" Target="/ppt/notesMasters/notesMaster1.xml" Id="Rfe0e53a5031b4d6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70e285051004edd" /><Relationship Type="http://schemas.openxmlformats.org/officeDocument/2006/relationships/notesMaster" Target="/ppt/notesMasters/notesMaster1.xml" Id="Rf6ad04ed755848f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fcb42f61b674116" /><Relationship Type="http://schemas.openxmlformats.org/officeDocument/2006/relationships/notesMaster" Target="/ppt/notesMasters/notesMaster1.xml" Id="Rcdc191605088408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74e0a46db8a4667" /><Relationship Type="http://schemas.openxmlformats.org/officeDocument/2006/relationships/notesMaster" Target="/ppt/notesMasters/notesMaster1.xml" Id="R099fb2c32194480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18c756ba504068" /><Relationship Type="http://schemas.openxmlformats.org/officeDocument/2006/relationships/notesMaster" Target="/ppt/notesMasters/notesMaster1.xml" Id="R239b73b30b0342d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585083f8f1644fc" /><Relationship Type="http://schemas.openxmlformats.org/officeDocument/2006/relationships/notesMaster" Target="/ppt/notesMasters/notesMaster1.xml" Id="R4d195a8bdee342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356d5156e9410f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51c7eb0cb4b14f23" /><Relationship Type="http://schemas.openxmlformats.org/officeDocument/2006/relationships/slideLayout" Target="/ppt/slideLayouts/slideLayout2.xml" Id="R6a5580a0e11f474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5580a0e11f474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263df104d1490a" /><Relationship Type="http://schemas.openxmlformats.org/officeDocument/2006/relationships/notesSlide" Target="/ppt/notesSlides/notesSlide1.xml" Id="Rc0b845f9ae71407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d583551739438b" /><Relationship Type="http://schemas.openxmlformats.org/officeDocument/2006/relationships/notesSlide" Target="/ppt/notesSlides/notesSlide2.xml" Id="R4a88d9c3e619480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f0dd11a9fd4a8d" /><Relationship Type="http://schemas.openxmlformats.org/officeDocument/2006/relationships/notesSlide" Target="/ppt/notesSlides/notesSlide3.xml" Id="R36a1a0491a57459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a110716d494c4d" /><Relationship Type="http://schemas.openxmlformats.org/officeDocument/2006/relationships/notesSlide" Target="/ppt/notesSlides/notesSlide4.xml" Id="Rb03f494da5b2461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29cae5767545d2" /><Relationship Type="http://schemas.openxmlformats.org/officeDocument/2006/relationships/notesSlide" Target="/ppt/notesSlides/notesSlide5.xml" Id="Rc84856da0df6440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39abdcaf5c41d3" /><Relationship Type="http://schemas.openxmlformats.org/officeDocument/2006/relationships/notesSlide" Target="/ppt/notesSlides/notesSlide6.xml" Id="R88bc26307e10443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5898cd52ad40f8" /><Relationship Type="http://schemas.openxmlformats.org/officeDocument/2006/relationships/notesSlide" Target="/ppt/notesSlides/notesSlide7.xml" Id="Raa3e63ae86a9496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de03c5998e4ec1" /><Relationship Type="http://schemas.openxmlformats.org/officeDocument/2006/relationships/notesSlide" Target="/ppt/notesSlides/notesSlide8.xml" Id="R1967c6abfbc0454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b4754b70ee42aa" /><Relationship Type="http://schemas.openxmlformats.org/officeDocument/2006/relationships/notesSlide" Target="/ppt/notesSlides/notesSlide9.xml" Id="R58d2f96612904a6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35403d6f6e47f7" /><Relationship Type="http://schemas.openxmlformats.org/officeDocument/2006/relationships/notesSlide" Target="/ppt/notesSlides/notesSlide10.xml" Id="Rad61f333f3bc4cb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BD6496-B2FB-4C5C-ADE9-E2F7704D4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249AF8-DF9D-491C-B95C-8D8DDC017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C4E2D1-158B-4771-8A96-C2D590AAA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449027-FED6-40CC-BA6C-4A12B5B0C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Unicorn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8AF43D-F264-4EFE-B1DE-A96FBA0B3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1163300" cy="430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72CD58-E46E-4CC0-B718-061DB85D1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466850"/>
            <a:ext cx="7239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ProteinLoop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DA74A6-011E-42B7-8105-72D6ADC54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00300"/>
            <a:ext cx="647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CCFBF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CCFBF1"/>
                </a:solidFill>
                <a:latin typeface="Aptos"/>
                <a:ea typeface="Aptos"/>
                <a:cs typeface="Aptos"/>
              </a:rPr>
              <a:t>An agentic loop that closes the protein cycle.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04B4B7-BA03-4402-AE69-95137F1D9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ED059E-588C-483D-BF1D-753D89A3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623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core claim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2583F6-E8DB-4CBE-AE6C-0B2210715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909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Verifier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DAAA57-CF19-48FB-88B7-A88123D1F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719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physics before mutation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763DA0-2A6F-47B9-8522-A65D2243F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42900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4AFE0F-551D-4CFA-9EF3-301F9E5D6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5623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demo proof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BFD0C2-BBA1-4F52-A937-29A109798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7909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Recovery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AB8A1A-1C24-44FA-9696-8E560D70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1719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collapse avoided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66BE01-51F7-439B-95F7-910257131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2900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708F3A-6FE5-4FED-82A1-EDC07564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5623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platform path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DF29A5-07F4-4DF0-A82C-DD6CB0CE7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7909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ROCm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C6E8DA-9336-427E-A58B-9D9FAA100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1719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Gemma via vLLM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252D9F-5786-4EE1-B88C-0C450B029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581150"/>
            <a:ext cx="2000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fish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prawns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duckweed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plants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eggs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522A38-3971-4F95-B8F8-13966A364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495999-D7A3-4257-8D03-A95A231FF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8131286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A2A204-4D4D-4CBD-8EC8-FA708DE4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04AFA5-926F-42D0-82DC-C06C10E42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1AEF6B-14A9-4167-91B8-17EDE89C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4C5446-B025-4E7B-84F7-E3BAED11D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1D8F2B-336A-4D12-A2B4-29CC7450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Aquaponics is incomplete when protein is the real need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738B84-BF9D-4F48-A2C9-7051671A5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Vegetables are useful, but rural families need resilient daily protein and a system they can operate safely.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01D38A-CE71-42DA-A93D-F789D6C0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9050">
            <a:solidFill>
              <a:srgbClr val="B91C1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3804ED-C3D0-49FC-84C8-A390FA0C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Current aquaponics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02219D-D251-4B5C-81B0-5F03BA955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43200"/>
            <a:ext cx="2800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Often optimized around greens and water loops. Protein production is secondary and fragile.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175700-24B3-483D-9C97-7AEE747E7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669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81B3DB-D7B0-4D10-AEC5-BE534D97E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Operational barrier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DE2C82-5F3F-4438-9E6E-EEB4E5DFC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43200"/>
            <a:ext cx="2800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Feed, ammonia, oxygen, nitrate, harvest timing, and mortality cascades interact every day.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A1F405-6C2D-4171-9BEB-776C57080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669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0D0651-332C-446A-BF67-858D8FCC7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ProteinLoop 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81D0BF-5F88-4D80-A18E-89E491514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43200"/>
            <a:ext cx="2800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 closed protein cycle controlled by a verifier-gated agentic loop and Spanish producer approvals.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2D3BBB-8359-413F-98EF-51631B034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AE304D-3BDB-486E-8873-88E0E20A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1706835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D19B0E2-4DE5-43EF-9FE4-A92AE37A3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8A1298-446E-483F-9C73-A5A48328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34211C-2A27-43D0-B050-D0CF7AEE2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9DAD3C-9901-4C0B-8277-801AE241C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Closed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F0C4B-B657-48B0-AD2B-5355C5B3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food system is also an actor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999F5E-ED3E-4324-9D83-16EDB9C93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Each organism is a resource participant; the agent loop coordinates the whole protein cycle.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1C5141-E256-4555-9EC8-E9495202A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10B47C-6D82-4C45-AEB7-38D396B3C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Duckweed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569BD4-221A-40C5-8390-0E4BCCE0C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Fast protein biomass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583500-4581-4B11-8E40-B9FD5DCE0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0C6D40-A878-4129-A53F-993BD216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0F9D5D-D554-4B2C-9217-EBEC37271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Fish + prawns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F7E004-D654-4E2D-B83A-F3C462FE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Protein plus nutrients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92EA54-58F0-44B8-AA18-5CF27D7AB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205B4D-6169-486C-B1C5-295E1129B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D36E0E-779A-4B36-9CB1-F8E97539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Plants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67A029-5014-4DF1-9B17-B9D04446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Nitrate uptake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A36A4C-B5E0-4198-949F-4076AA4A5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5D6C47-82C5-4768-9BE1-0871682B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C63DB1-336A-4927-A3EE-D8649700C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Chickens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1EF492-CCD5-4EC6-916F-CC24CF42E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Daily eggs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8BC411-DFC2-4519-AF5B-8DE31E333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57650"/>
            <a:ext cx="4381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412D12-1134-43FC-B1DA-0FD55448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191000"/>
            <a:ext cx="403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Agent supervisor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617875-1F18-4151-B5C5-B1FD40F9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533900"/>
            <a:ext cx="4038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Balances feed, oxygen, water exchange, harvest, and risk across subsystem agents.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BB822E-CC2C-4BDC-B6AD-1E1E7E31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1D0AC7-EE46-4008-9490-7C5ABE4B0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55100439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4A1E0F-A0EF-4EBB-A5A8-D3FAE22A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B2044C-7187-4B1F-A5A3-2A5E5DD7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F39198-2FDD-4FEB-B8E4-313917C7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4576CA-0733-4130-B175-EB4CF8BFC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Harness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DC2302-232F-46AC-B7E5-B0A24546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simulator is the safety boundary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01A519-EAB1-4E8A-A397-6C2A2A30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Models and humans can propose actions, but deterministic physics decides whether state can mutate.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7BA54C-CE9D-405F-91D6-FA5437494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0002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B4F7C9-BE4B-47DD-87B9-1026D8B05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9555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call_llm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A1FAAE-99DD-450A-A33D-A7668D5FB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38450"/>
            <a:ext cx="165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Four Gemma subagents report to a Sagents supervisor.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FEAA79-C900-4FAA-ADA9-502DB52B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8194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0F4D77-25B5-4981-85B6-303B75087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62200"/>
            <a:ext cx="24765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9050">
            <a:solidFill>
              <a:srgbClr val="B91C1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081FDC-7DE8-4C38-A78D-F090644A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955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verify_ecosystem_safety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B54F09-CCAC-472E-AD14-A574927CF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38450"/>
            <a:ext cx="2133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Checks feed, oxygen, water exchange, duckweed reserve, and collapse state.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DDF161-C803-4563-9A56-01CEA2158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8194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36609C-60E2-4966-8FE4-06A52DE8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62200"/>
            <a:ext cx="20002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0D2557-3599-419D-9166-80BD09E5D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9555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execute_tools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8FA002-01E5-4B77-ADDC-C4201935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38450"/>
            <a:ext cx="165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Only accepted actions mutate simulator state.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B39E5B-E1FD-4788-AB34-F55C15C73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8194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FB2214-4F23-4789-AF00-42E2DF40B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62200"/>
            <a:ext cx="21907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FCB9E5-B29E-418B-BD66-ECCF5B65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495550"/>
            <a:ext cx="1847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until_tool_success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6F7A5A-AE49-49B1-AAEF-973568676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838450"/>
            <a:ext cx="18478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Stops only on an accepted close_cycle result.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1CFF33-26F6-4DE5-A7B2-258E0B43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305300"/>
            <a:ext cx="7239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2C7C85-364A-4505-A39B-CC96B57CF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438650"/>
            <a:ext cx="6896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Proof in repo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75A442-034D-49F4-94DD-13CE916C6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781550"/>
            <a:ext cx="6896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Unsafe overfeeding is rejected before mutation; accepted recovery appends verifier evidence to the RLVR trace artifact.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212A53-B74C-4F22-A304-C632A9DA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B04277-EE1C-41D3-B5E0-03E9787E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5195704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F6A767-8711-4ECB-BCEC-A3307247E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D6499F-605F-47DB-8A5B-0CAB8761C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69DEF2-0E09-40DD-AC9E-06383E42C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75B6E5-30C2-4275-A2A3-4D0C37FD2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Demo 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88F5DF-E2A4-4447-B13A-2FB192200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local demo proves collapse versus recovery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B7DF24-FD62-453A-8605-512A43165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One button runs reset, ammonia spike, unsafe rejection, safe recovery, and trace recording.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3C8424-7653-48F0-AFF0-9E494EC52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8F4D01-059C-48F4-B891-798C333C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Python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91CB9F-64AE-4273-868C-CDA90E354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131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9DE55B-5CDB-4982-9F45-2749154E3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sim/API/evidence/deploy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035F68-74EC-4264-9CAE-14A23D1DA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BEBA3D-87AF-4B2C-8635-17788CB6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Phoenix tests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127E37-7E8F-422B-9C48-FE95C2767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75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D27572-262F-4C36-9821-33C29816A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Sagents + LiveView + HITL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236CDF-E3F1-425A-AC71-930AE1CB5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0536B8-B1E8-41E5-AE6A-EB5969E5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Reward delta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3442FA-7C3D-46B8-A65F-EF3CD98A5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463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0A17E6-5357-4BB5-A7F2-CEC8ABFB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safety vs naive avg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C7B2F9-99D5-4CA8-A513-FB49C273C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EE9B66-43DF-45BD-97D1-A8A2C6394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Avoidance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2979B8-EEB6-4A10-8F61-6766CA86D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100%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84F56-97E4-414D-8FD3-53CE64848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baseline collapses recovered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20E23B-1949-4C41-9474-DF74A716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9575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B547EC-F023-469F-A768-04C5E31A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229100"/>
            <a:ext cx="784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Judge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9C4285-6029-4C80-8554-D7787175B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784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Run demo cascade -&gt; inspect RLVR evidence -&gt; run four real Sagents/Gemma agents -&gt; verify close_cycle.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A3353C-89C9-46B9-83BB-792DECF0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880364-4BE1-46AF-BEA4-EA4143B1B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1626681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5CFCA0-9E84-4311-A1EA-2C4D64102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9FAF44-C478-4B2B-8AF9-66497FCC6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347DF0-C842-4C1A-9599-2BE7C172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545BFB-106B-40BB-A519-44C21D986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Prediction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5C23FA-E9CD-440B-96C0-89A79E942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RLVR and anomaly forecasting turn the sim into an evaluator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0C345A-E59E-4010-9271-D9B6C99D5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The same deterministic physics scores policies and forecasts near-term ammonia/oxygen risk without mutating live state.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A4EA53-97E2-43DE-8A53-37319502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A8247F-2D69-423D-8324-2F84113A6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RLVR verifier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6ECE59-D559-422E-9694-782450783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432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Naive and safety policies run across fixed scenarios. Reward combines survival, biomass, water quality, and mortality.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7FD4E7-1457-4920-AE98-2FFFAEB98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669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910DBA-EB00-4AB1-81C1-B7732E9D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Anomaly forecast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857BF5-BB8D-4E68-AF7F-C453F9FCA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432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GET /forecast/anomaly projects routine operation and reports stable, warning, or critical risk.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0138BC-66F9-4503-887D-81D5D6A4A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669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2340A8-17B5-4E70-9A6C-0B90FD77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Operator 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23BC01-2C5E-4A72-B23B-698F42E4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7432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Forecast recommendations trigger safer feed, aeration, and verified water-exchange behavior before mortality.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DF3F11-B670-466B-8F33-69734446A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1CE341-BF0E-4C69-9AD9-252CDE006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6242955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734C82-BA57-4A92-9570-1B93E8A59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1E2A9D-049B-4D78-8964-843BF51E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80D1F3-4155-4F98-A71D-90FBCC888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1A90BF-1A91-4663-90DA-1B1A4975B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Self-healing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819E19-C301-4D95-BCCA-3509308EC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mesh keeps agents alive when an edge node fails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38445E-F385-44A2-8909-D1C1B1E3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Local deterministic mesh behavior demonstrates the Horde/Sagents migration story without requiring a real cluster.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78E31F-2E9C-43A6-84E6-F8175DF1A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8600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9050">
            <a:solidFill>
              <a:srgbClr val="B91C1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845A25-9B70-4F0C-AB71-DC22A3D68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419350"/>
            <a:ext cx="1847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Edge tank 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44BDAD-52D6-4E9E-A479-23A66834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762250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fish + hydroponia agents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1A7792-3F5C-4949-9B79-CC26D53E0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7051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fail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EB1789-373B-4849-9CDE-5AB28382B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8600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5A1360-DDD3-45CE-A8C6-D9DE06D6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419350"/>
            <a:ext cx="1847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Edge tank 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0D994A-66D5-4599-BB17-3A856B3AA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62250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healthy backup node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1A01DF-A93B-412E-95B0-4028E367B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051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AC612B-6837-4EFF-946E-AC7A6998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8600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D1EEE7-9389-421A-9F7F-9C596495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19350"/>
            <a:ext cx="1847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Cloud loop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7C49D4-0FA9-42A9-A121-582755FE8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62250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supervisor remains online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55EC94-3DC4-4B67-ADDA-EA4797417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095750"/>
            <a:ext cx="7429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6AC410-6F8F-4EFD-87F1-A16E01208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229100"/>
            <a:ext cx="7086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State preservation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BA5A64-1CE8-4945-972B-8FDA632B7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572000"/>
            <a:ext cx="7086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Agent identities and state tokens survive migration; dashboard shows node state, placement, migration count, and events.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925E3B-811D-462B-8263-D9D4E1E3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65019A-08AD-4D4D-B607-40DEB240E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1761634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6F9B3A-95B3-4403-8A83-09397486F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F3C9BE-0EAC-42A7-B895-89E455D4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9DDFDF-577A-415C-A63F-F4EC6F225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88CF8E-A10B-43AD-BB88-17F15877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Producer UX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4E2AE2-1893-4260-A3AC-1507B9915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Spanish HITL is control flow, not decoration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54B780-0503-4FFD-926B-372813D3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Risky water and harvest actions pause for the producer, while offline rules keep emergency guidance available.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05B9FB-1674-4A96-ADB5-A5CEEF747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9C04AC-1657-496D-89A7-DE90FD2DD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765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Approve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94A035-F27C-4EA8-A722-CC8F38DF8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19400"/>
            <a:ext cx="28003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Agent.resume executes the interrupted Sagents tool exactly once after producer approval.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D970BA-BA2B-48A7-A9CC-D321379A5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431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21249A-AF4E-4450-97F4-D34FCAFF7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4765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Edit / Reject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67E499-500E-468E-8511-1225D4395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819400"/>
            <a:ext cx="28003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Solo mitad is re-verified; rejection resumes with zero simulator mutation.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A42672-B23F-42C9-BD7C-67BA3A5BD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431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F84962-2C50-4630-9C8F-FE304AB79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765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Offline fallback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F480E6-FADF-4059-A6C5-C933A2FF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19400"/>
            <a:ext cx="28003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Respaldo offline gives deterministic Spanish emergency instructions without model or cloud access.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7BA486-BB35-4AB8-8216-1180E6B81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DCAB50-0561-4075-9E79-16FD37C64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7596099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830D12-13A8-4CE6-9BC6-E5812B2BC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B97856-A5CD-454B-8340-D598B9020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5F680B-AAB6-44B6-8249-8D63932DD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C39897-2C4E-46C1-9FD7-7C9FB2A22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AMD Gemma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1DCACD-AC40-417A-8922-8DC32DEC5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Gemma already powers the real Sagents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FF5E37-D72F-4898-A2ED-83963AB78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Local E2B proves the loop offline; AMD-hosted Gemma uses the same GEMMA_ENDPOINT contract.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C782A2-B6F7-427B-9310-4A627B02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38400"/>
            <a:ext cx="2381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1CCF46-BD28-4AFC-97B4-BB21C8DD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0"/>
            <a:ext cx="2038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Sagents 0.9.0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58D5B1-CEDF-48AB-B52E-CBDB3DBE7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14650"/>
            <a:ext cx="2038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Five agents, custom safety mode, until_tool_success, and resumable HITL.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06E812-A3DC-4EA1-B435-F5ACF4C0B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146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B73A02-7FF9-4DDD-A569-5C60C9BDB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76500"/>
            <a:ext cx="2667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8DB2AE-48ED-4F1F-9F12-0ABC6AF7F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09850"/>
            <a:ext cx="2324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GEMMA_ENDPOINT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DA8C88-2A4E-4CC6-ACBA-E79B0B8E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952750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/v1/models and /v1/chat/completions; no code change for Fireworks or vLLM.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A0B8AF-82D6-4495-B1D5-490259B8D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146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A48475-FB99-4905-893C-1A5A79D17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76500"/>
            <a:ext cx="3143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9EB372-C2D3-49C7-882F-54AE46C6C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0985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vLLM on ROCm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D995B1-2815-4CFA-9245-F3D10AF56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52750"/>
            <a:ext cx="2800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docker-compose.gemma-rocm.yml uses vllm/vllm-openai-rocm:gemma4.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C9B8F7-0EAF-47FC-A7C3-2E2F195D9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324350"/>
            <a:ext cx="74295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D338E2-0655-49F4-80C6-74020E3D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457700"/>
            <a:ext cx="7086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Verifier remains in front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C15674-A2D6-4F92-B397-AA62D796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00600"/>
            <a:ext cx="7086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Even AMD-hosted Gemma proposals cannot mutate state without passing simulator safety rules.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7ACF10-674B-4BBA-AFFF-91542822A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77EAE9-6429-495A-9E60-86740A4F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1804208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DEF0C5-9777-4EDB-A19F-8E85046FF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4F95EA-52E7-420D-92B3-864668573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3EA0EC-63F7-4C8A-8F62-D10E79197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D44B8-26B8-404E-8B71-890467DD6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Submission ask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0E357E-68A4-4B1B-B75D-D5F4293B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ProteinLoop is a startup pitch with executable proof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4CF6CF-2DD6-4A9F-9FD2-A753828A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 food-security product built as a verifier-gated, human-aware, fault-tolerant agentic system.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9B29C3-C599-4C7D-B5A2-B3F0F7694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32861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3C4637-C9B0-4B16-83B2-920996CA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29432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Market wedge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C177C8-0FDE-455F-9B5D-332DA59ED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3200"/>
            <a:ext cx="29432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Rural families and cooperatives that need low-cost, resilient protein production.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B3468B-7072-4D9E-88D8-09DC198A0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66950"/>
            <a:ext cx="32861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D64003-DBC0-4FA4-A9B2-2A13533CD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00300"/>
            <a:ext cx="29432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Technical moat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7895C-5E40-45E8-9904-454DAB41B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3200"/>
            <a:ext cx="29432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Real Sagents, physics verifier, RLVR scoring, resumable HITL, mesh model, AMD Gemma path.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298C40-8E3A-4BAE-94CB-6E412BA37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66950"/>
            <a:ext cx="32861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5F23E2-D6AE-4E2A-935B-5E01F0E3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00300"/>
            <a:ext cx="29432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What judges can run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799F74-1D7D-4B76-8B9C-52F49CD7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43200"/>
            <a:ext cx="29432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 app, local Gemma E2B, five-agent loop, producer approval, and evidence packets.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087293-8BBC-4359-8D8C-73C8E83B7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257800"/>
            <a:ext cx="857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Ask: Best Unicorn + Best AMD-Hosted Gemma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E8DF8A-7BB2-4CF1-9615-94B18F937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727D72-22F7-4926-BB01-DCFDF1FFC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118803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2026-07-10T06:04:17.1270000Z</dcterms:created>
  <dcterms:modified xsi:type="dcterms:W3CDTF">2026-07-10T06:04:17.1270000Z</dcterms:modified>
</coreProperties>
</file>